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一句话开场：今天讲 AI 从“会聊天”到“会干活”，二奢老板该怎么分工。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公屏打数字，摸一下底。10/7 课上问过两次“AI 有没有在用”，都没有回答，今天先问清楚。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演示：放课前录好的两张截图。任务都是“根据这段录音，帮我写下周 7 条朋友圈”。</a:t>
            </a:r>
          </a:p>
          <a:p>
            <a:r>
              <a:t>Chat 给的是一大段文字，要你自己复制、整理、存；Work 直接在文件夹里放好一张表格。</a:t>
            </a:r>
          </a:p>
          <a:p>
            <a:r>
              <a:t>可以这样说：同样是 AI，一个陪你聊，一个替你干。今天就讲清楚，什么时候聊，什么时候派活。</a:t>
            </a:r>
          </a:p>
          <a:p>
            <a:r>
              <a:t>（可以在这一页插入两张截图）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本课一句话，结尾再回扣一次。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告诉学员：今天三段，边讲边演示，下课带走两个能直接复制的提示词。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 · 破认知（05–30 分钟）。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用大白话讲 AI 是什么。可以这样说：你招了一个读过全世界资料的实习生，聪明、勤快、不睡觉，但他第一天上班，不认识你的店，也不认识你的客户。你不告诉他，他就瞎编。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模型是大脑，工具是工位。同一个 DeepSeek，放在对话框里只能陪你聊，放进 WorkBuddy 就能读你的文件、替你干活。</a:t>
            </a:r>
          </a:p>
          <a:p>
            <a:r>
              <a:t>积分、Token 就是成本（02-11、04-08 讲过）。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这是你自己的分法，年份说“大概”。</a:t>
            </a:r>
          </a:p>
          <a:p>
            <a:r>
              <a:t>1.0 会聊天：问一句答一句，当搜索框。</a:t>
            </a:r>
          </a:p>
          <a:p>
            <a:r>
              <a:t>2.0 会思考：深度思考、联网查资料，当参谋。</a:t>
            </a:r>
          </a:p>
          <a:p>
            <a:r>
              <a:t>3.0 会干活：在你电脑上读文件、改表格、批量做、定时做，当员工。</a:t>
            </a:r>
          </a:p>
          <a:p>
            <a:r>
              <a:t>可以这样说：大部分人还停在 1.0，把 AI 当搜索框，问完复制粘贴。今天要升两级。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3.0 交给你的不是一段话，是做好的东西。</a:t>
            </a:r>
          </a:p>
          <a:p>
            <a:r>
              <a:t>回扣以前讲过的：03-19“普通 AI 是小工，智能体是包工头”；06-10 WorkBuddy；08-12 文件夹即智能体。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逐行对照着讲。重点讲“适合什么事”：还没想清楚的事用 Chat；想清楚的、重复的、量大的事用 Work。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可以这样说：想不清楚的事，别急着派活；派活之前想清楚，想清楚了就别再一句一句聊，直接派。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每件事举一个店里的例子。这一页的事，你得在场，它是陪你想。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这一页的事，交代清楚就可以走开，回来验收。第 1 件和第 3 件今天会现场演示。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逐条问学员：这句话你说过没有？</a:t>
            </a:r>
          </a:p>
          <a:p>
            <a:r>
              <a:t>第 2 条：03-24 讲过 AI 预测行情的边界。第 4 条：10/7 讲过回复像 AI 会丢单；05-13 讲过过嘴改稿。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条：04-08 讲过差生文具多。第 7 条：03-19 讲过表达能力是第一生产力。第 8 条：06-10 沙箱、08-12 文件夹即智能体。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左边放心交给它，右边必须你拍板。最后带一句三条安全底线。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 · 怎么做（30–48 分钟），中间穿插演示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五步是一个圈。转几圈以后，AI 就越来越像你。第 5 步就是 07-01 讲的规则固化。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跳过任何一步都会白干。规则攒多了就是 Skill，下节课可以接着讲。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出 80 分的初稿，你改到 100 分。发出去的东西由你负责。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02-25 讲过“让 AI 反问你”。这一页是过渡，下一页开始演示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1：在豆包、DeepSeek 或 AI 大脑里贴提示词①，用你自己的店现场回答它的问题，最后拿到 3 句定位备选。</a:t>
            </a:r>
          </a:p>
          <a:p>
            <a:r>
              <a:t>这就是把 10/14 的三角图（人设、人群、需求）落地。提示词课后发群。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1 接着做：在同一个对话里发提示词②，按“换人群、换品牌”出 30 个选题。</a:t>
            </a:r>
          </a:p>
          <a:p>
            <a:r>
              <a:t>补上 10/14 说过但没演示的“选题往 AI 里一输就出来”。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拿上次发的《朋友圈提示词》逐项对照：提示词很长，拆开就是这五样。写一次，以后每周都能用。02-11 讲过提示词五要素，这是给 Work 派活的版本。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 · 现场实操（48–56 分钟）。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2：打开电脑上的“10-28演示”文件夹，给学员看里面放了什么。强调逐字稿先删掉客户姓名、电话。一个项目一个文件夹（08-12）。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2：在 WorkBuddy 里选中“10-28演示”文件夹，发这段话，等它生成表格。</a:t>
            </a:r>
          </a:p>
          <a:p>
            <a:r>
              <a:t>等的时候讲：Work 是自己一步步在做，你可以去忙别的。现场卡了就放录屏。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2 验收：打开表格，先看三样；挑一条现场过嘴改稿；再把改的地方告诉它。</a:t>
            </a:r>
          </a:p>
          <a:p>
            <a:r>
              <a:t>这就补上了 10/7 没讲的“怎么改掉 AI 味”。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 3（时间够再做）：用示例数据，或者脱敏后的真实库存表。</a:t>
            </a:r>
          </a:p>
          <a:p>
            <a:r>
              <a:t>回扣 07-15 的周转纪律：超过 30 天的货要有处理方案。建议只是参考，降不降价你来定。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作业分层布置。课后发群：提示词①②、两段派活的话。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下节课两个方向二选一，可以让学员公屏投票，也可以你直接定。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收尾回扣开场那句话。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AF9F5"/>
            </a:gs>
            <a:gs pos="100000">
              <a:srgbClr val="F3ECD6"/>
            </a:gs>
          </a:gsLst>
          <a:lin scaled="0"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1014984"/>
            <a:ext cx="2254910" cy="292608"/>
          </a:xfrm>
          <a:prstGeom prst="roundRect">
            <a:avLst>
              <a:gd name="adj" fmla="val 9800"/>
            </a:avLst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40511"/>
            <a:ext cx="2254910" cy="292608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一周一课 · 2026.10.28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17320"/>
            <a:ext cx="8778240" cy="16459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6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5759" b="1" i="0" spc="115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Chat 用来想</a:t>
            </a:r>
          </a:p>
          <a:p>
            <a:pPr algn="l">
              <a:lnSpc>
                <a:spcPts val="6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5759" b="1" i="0" spc="115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Work 用来干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154680"/>
            <a:ext cx="8229600" cy="457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307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8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AI 3.0：二奢老板怎么让 AI 干活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931920"/>
            <a:ext cx="82296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—— 破认知、怎么做、现场演示 ｜ 闫亚老师 主讲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先摸个底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你现在用 AI 最多干什么？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73936"/>
            <a:ext cx="1824228" cy="1572768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73936"/>
            <a:ext cx="1824228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938528"/>
            <a:ext cx="914400" cy="6400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463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719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15184"/>
            <a:ext cx="1549907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问问题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944368"/>
            <a:ext cx="1549907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搜个东西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47188" y="1773936"/>
            <a:ext cx="1824228" cy="1572768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47188" y="1773936"/>
            <a:ext cx="1824228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1780" y="1938528"/>
            <a:ext cx="914400" cy="6400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463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719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1780" y="2615184"/>
            <a:ext cx="1549907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写文案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1780" y="2944368"/>
            <a:ext cx="1549907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朋友圈、脚本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08576" y="1773936"/>
            <a:ext cx="1824228" cy="1572768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1773936"/>
            <a:ext cx="1824228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3168" y="1938528"/>
            <a:ext cx="914400" cy="6400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463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719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615184"/>
            <a:ext cx="1549907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做图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2944368"/>
            <a:ext cx="1549907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海报、封面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69964" y="1773936"/>
            <a:ext cx="1824228" cy="1572768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69964" y="1773936"/>
            <a:ext cx="1824228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4556" y="1938528"/>
            <a:ext cx="914400" cy="6400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463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719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4556" y="2615184"/>
            <a:ext cx="1549907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基本没用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4556" y="2944368"/>
            <a:ext cx="1549907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说实话就行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3611880"/>
            <a:ext cx="7708392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公屏打数字。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同一个任务，两种结果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根据录音，写下周 7 条朋友圈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776472" cy="1677924"/>
          </a:xfrm>
          <a:prstGeom prst="roundRect">
            <a:avLst>
              <a:gd name="adj" fmla="val 4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4008" cy="167792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56232"/>
            <a:ext cx="3410712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F618D"/>
                </a:solidFill>
                <a:latin typeface="PingFang SC"/>
                <a:ea typeface="PingFang SC"/>
                <a:cs typeface="PingFang SC"/>
              </a:rPr>
              <a:t>Chat 给你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67128"/>
            <a:ext cx="3319272" cy="7071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一大段文字。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你自己复制、整理、存。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691640"/>
            <a:ext cx="3776472" cy="1677924"/>
          </a:xfrm>
          <a:prstGeom prst="roundRect">
            <a:avLst>
              <a:gd name="adj" fmla="val 4000"/>
            </a:avLst>
          </a:prstGeom>
          <a:solidFill>
            <a:srgbClr val="EBF4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17720" y="1691640"/>
            <a:ext cx="64008" cy="1677924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1856232"/>
            <a:ext cx="3410712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E8449"/>
                </a:solidFill>
                <a:latin typeface="PingFang SC"/>
                <a:ea typeface="PingFang SC"/>
                <a:cs typeface="PingFang SC"/>
              </a:rPr>
              <a:t>Work 交给你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167128"/>
            <a:ext cx="3319272" cy="10378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文件夹里多了一张表格：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周一到周日、正文、配图建议，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都排好了。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52444"/>
            <a:ext cx="7708392" cy="734567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552444"/>
            <a:ext cx="64008" cy="734567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717036"/>
            <a:ext cx="7251192" cy="45110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8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同样是 AI，一个陪你聊，一个替你干。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这句话今天会回扣两次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今天只讲一件事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7708392" cy="1746504"/>
          </a:xfrm>
          <a:prstGeom prst="roundRect">
            <a:avLst>
              <a:gd name="adj" fmla="val 5000"/>
            </a:avLst>
          </a:prstGeom>
          <a:solidFill>
            <a:srgbClr val="ECE7D8"/>
          </a:solidFill>
          <a:ln w="9525">
            <a:solidFill>
              <a:srgbClr val="E2DF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901952"/>
            <a:ext cx="365760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本 课 一 句 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240280"/>
            <a:ext cx="7132320" cy="10972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05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12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Chat 用来想，</a:t>
            </a:r>
          </a:p>
          <a:p>
            <a:pPr algn="l">
              <a:lnSpc>
                <a:spcPts val="405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12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Work 用来干。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3611880"/>
            <a:ext cx="7708392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先在 Chat 里把事想清楚，再把活派给 Work。你只做两件事：给素材，做判断。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60 分钟，三段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今天的路线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682495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1737360"/>
            <a:ext cx="7141464" cy="4000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7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破认知：AI 是什么、Chat 和 Work 的区别、八个误区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76272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203703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258568"/>
            <a:ext cx="7141464" cy="4000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7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怎么做：先想后干五步、派活五件套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97480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724912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779776"/>
            <a:ext cx="7141464" cy="4000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7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现场演示：写定位句、出一周朋友圈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38144"/>
            <a:ext cx="7708392" cy="734567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438144"/>
            <a:ext cx="64008" cy="734567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02736"/>
            <a:ext cx="7251192" cy="45110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8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边讲边演示，下课带走两个能直接复制的提示词。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1481328"/>
            <a:ext cx="1498701" cy="310896"/>
          </a:xfrm>
          <a:prstGeom prst="roundRect">
            <a:avLst>
              <a:gd name="adj" fmla="val 9800"/>
            </a:avLst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504286"/>
            <a:ext cx="1498701" cy="3108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PART 01 /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4229" y="1508760"/>
            <a:ext cx="36576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9A9088"/>
                </a:solidFill>
                <a:latin typeface="PingFang SC"/>
                <a:ea typeface="PingFang SC"/>
                <a:cs typeface="PingFang SC"/>
              </a:rPr>
              <a:t>05–30 分钟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11095"/>
            <a:ext cx="819912" cy="329184"/>
          </a:xfrm>
          <a:prstGeom prst="roundRect">
            <a:avLst>
              <a:gd name="adj" fmla="val 9800"/>
            </a:avLst>
          </a:prstGeom>
          <a:solidFill>
            <a:srgbClr val="FFD16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4910"/>
            <a:ext cx="819912" cy="32918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破 认 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2377440"/>
            <a:ext cx="8686800" cy="177149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661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624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走到</a:t>
            </a:r>
          </a:p>
          <a:p>
            <a:pPr algn="l">
              <a:lnSpc>
                <a:spcPts val="661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624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哪一步了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4240377"/>
            <a:ext cx="8686800" cy="5486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331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760" b="1" i="0">
                <a:solidFill>
                  <a:srgbClr val="FFD166"/>
                </a:solidFill>
                <a:latin typeface="PingFang SC"/>
                <a:ea typeface="PingFang SC"/>
                <a:cs typeface="PingFang SC"/>
              </a:rPr>
              <a:t>AI 是什么 ｜ 三个阶段 ｜ Chat 和 Work ｜ 八个误区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先说 AI 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一个读过海量资料的实习生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7708392" cy="2029967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45720" cy="2029967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856232"/>
            <a:ext cx="274320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 spc="200">
                <a:solidFill>
                  <a:srgbClr val="1F618D"/>
                </a:solidFill>
                <a:latin typeface="PingFang SC"/>
                <a:ea typeface="PingFang SC"/>
                <a:cs typeface="PingFang SC"/>
              </a:rPr>
              <a:t>大 白 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130552"/>
            <a:ext cx="7159752" cy="1508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9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聪明、勤快、不睡觉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9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但不认识你的店，也不认识你的客户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9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不知道今天的行情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9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不懂的时候，会一本正经地编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904488"/>
            <a:ext cx="7708392" cy="734567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904488"/>
            <a:ext cx="64008" cy="734567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69080"/>
            <a:ext cx="7251192" cy="45110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8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它能干多好，取决于你给它多少。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分清两个词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模型是大脑，工具是工位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776472" cy="1677924"/>
          </a:xfrm>
          <a:prstGeom prst="roundRect">
            <a:avLst>
              <a:gd name="adj" fmla="val 4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4008" cy="1677924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56232"/>
            <a:ext cx="3410712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F618D"/>
                </a:solidFill>
                <a:latin typeface="PingFang SC"/>
                <a:ea typeface="PingFang SC"/>
                <a:cs typeface="PingFang SC"/>
              </a:rPr>
              <a:t>模型 = 大脑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67128"/>
            <a:ext cx="3319272" cy="7071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DeepSeek、豆包、Kimi、智谱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决定它聪不聪明。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691640"/>
            <a:ext cx="3776472" cy="1677924"/>
          </a:xfrm>
          <a:prstGeom prst="roundRect">
            <a:avLst>
              <a:gd name="adj" fmla="val 4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17720" y="1691640"/>
            <a:ext cx="64008" cy="1677924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1856232"/>
            <a:ext cx="3410712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B8860B"/>
                </a:solidFill>
                <a:latin typeface="PingFang SC"/>
                <a:ea typeface="PingFang SC"/>
                <a:cs typeface="PingFang SC"/>
              </a:rPr>
              <a:t>工具 = 工位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167128"/>
            <a:ext cx="3319272" cy="10378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豆包 App、AI 大脑、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WorkBuddy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决定它能干什么活。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52444"/>
            <a:ext cx="7708392" cy="1021080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552444"/>
            <a:ext cx="64008" cy="102108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717036"/>
            <a:ext cx="7251192" cy="4084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85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同一个大脑，坐在不同的工位上，能干的活不一样。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16324"/>
            <a:ext cx="7251192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积分、Token 就是成本：用多少，花多少（02-11、04-08）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这是我自己的分法，年份是大概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AI 的三个阶段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478023" cy="214884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2478023" cy="4572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7452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2023 年前后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48840"/>
            <a:ext cx="1371600" cy="6400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463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719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788920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65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会聊天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72968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问一句答一句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42900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你把它当搜索框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3" y="1691640"/>
            <a:ext cx="2478023" cy="214884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00983" y="1691640"/>
            <a:ext cx="2478023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5" y="187452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2025 年前后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5" y="2148840"/>
            <a:ext cx="1371600" cy="6400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463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719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5" y="2788920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65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会思考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5" y="3172968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深度思考、联网查资料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575" y="342900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你把它当参谋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16167" y="1691640"/>
            <a:ext cx="2478023" cy="214884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16167" y="1691640"/>
            <a:ext cx="2478023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59" y="187452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现在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148840"/>
            <a:ext cx="1371600" cy="6400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463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719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3.0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2788920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65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会干活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59" y="3172968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读文件、改表格、批量做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59" y="342900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你把它当员工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023360"/>
            <a:ext cx="7708392" cy="734567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4023360"/>
            <a:ext cx="64008" cy="734567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187952"/>
            <a:ext cx="7251192" cy="45110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8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大部分人还停在 1.0。今天要升两级。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3.0 到底能干到哪一步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它在你的电脑上干活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7708392" cy="914400"/>
          </a:xfrm>
          <a:prstGeom prst="roundRect">
            <a:avLst>
              <a:gd name="adj" fmla="val 6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4008" cy="914400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3544" y="1920240"/>
            <a:ext cx="1362456" cy="4480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3544" y="2331720"/>
            <a:ext cx="1362456" cy="27432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17585"/>
            <a:ext cx="1362456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139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读你的文件夹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017585"/>
            <a:ext cx="27432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139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 i="0">
                <a:solidFill>
                  <a:srgbClr val="922B21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15184" y="1920240"/>
            <a:ext cx="836676" cy="4480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15184" y="2331720"/>
            <a:ext cx="836676" cy="27432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0632" y="2017585"/>
            <a:ext cx="836676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139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改表格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2017585"/>
            <a:ext cx="27432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139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 i="0">
                <a:solidFill>
                  <a:srgbClr val="922B21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81044" y="1920240"/>
            <a:ext cx="836676" cy="4480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81044" y="2331720"/>
            <a:ext cx="836676" cy="27432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6491" y="2017585"/>
            <a:ext cx="836676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139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批量写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59" y="2017585"/>
            <a:ext cx="27432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139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 i="0">
                <a:solidFill>
                  <a:srgbClr val="922B21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46904" y="1920240"/>
            <a:ext cx="1011936" cy="4480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46904" y="2331720"/>
            <a:ext cx="1011936" cy="27432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2352" y="2017585"/>
            <a:ext cx="1011936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139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存成文件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0280" y="2017585"/>
            <a:ext cx="27432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139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 i="0">
                <a:solidFill>
                  <a:srgbClr val="922B21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8024" y="1920240"/>
            <a:ext cx="1362456" cy="4480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88024" y="2331720"/>
            <a:ext cx="1362456" cy="27432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472" y="2017585"/>
            <a:ext cx="1362456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139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定时推到微信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2834640"/>
            <a:ext cx="7708392" cy="734567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2834640"/>
            <a:ext cx="64008" cy="734567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2999232"/>
            <a:ext cx="7251192" cy="45110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8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交给你的不是一段话，是做好的东西。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" y="3706368"/>
            <a:ext cx="7708392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以前讲过：03-19 包工头 · 06-10 WorkBuddy · 08-12 文件夹即智能体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逐行对照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Chat 和 Work 的区别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73352"/>
            <a:ext cx="1408176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112264"/>
            <a:ext cx="14081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773936"/>
            <a:ext cx="1161288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1673352"/>
            <a:ext cx="3008376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03120" y="2112264"/>
            <a:ext cx="30083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136" y="1773936"/>
            <a:ext cx="2761487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Chat 模式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673352"/>
            <a:ext cx="3264408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2112264"/>
            <a:ext cx="3264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8655" y="1773936"/>
            <a:ext cx="301752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Work 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2194560"/>
            <a:ext cx="116128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像谁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194560"/>
            <a:ext cx="276148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参谋：陪你想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8655" y="2194560"/>
            <a:ext cx="30175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包工头：替你干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535174"/>
            <a:ext cx="14081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03120" y="2535174"/>
            <a:ext cx="30083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2535174"/>
            <a:ext cx="3264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2608326"/>
            <a:ext cx="116128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你给它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1136" y="2608326"/>
            <a:ext cx="276148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一个问题、一段想法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8655" y="2608326"/>
            <a:ext cx="30175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一个文件夹 + 一件交代清楚的活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948940"/>
            <a:ext cx="14081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03120" y="2948940"/>
            <a:ext cx="30083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20640" y="2948940"/>
            <a:ext cx="3264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" y="3022092"/>
            <a:ext cx="116128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它交给你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31136" y="3022092"/>
            <a:ext cx="276148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一段回答、一个思路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48655" y="3022092"/>
            <a:ext cx="30175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做好的文件：表格、文案合集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362706"/>
            <a:ext cx="14081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03120" y="3362706"/>
            <a:ext cx="30083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20640" y="3362706"/>
            <a:ext cx="3264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3435858"/>
            <a:ext cx="116128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怎么用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1136" y="3435858"/>
            <a:ext cx="276148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来回追问，让它反问你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48655" y="3435858"/>
            <a:ext cx="30175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先讲清标准，最后验收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776472"/>
            <a:ext cx="14081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03120" y="3776472"/>
            <a:ext cx="30083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120640" y="3776472"/>
            <a:ext cx="3264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3849624"/>
            <a:ext cx="116128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适合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1136" y="3849624"/>
            <a:ext cx="276148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还没想清楚的事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48655" y="3849624"/>
            <a:ext cx="30175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想清楚的、重复的、量大的事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4190238"/>
            <a:ext cx="14081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03120" y="4190238"/>
            <a:ext cx="30083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20640" y="4190238"/>
            <a:ext cx="3264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3816" y="4263390"/>
            <a:ext cx="116128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常用工具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31136" y="4263390"/>
            <a:ext cx="276148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豆包、DeepSeek、AI 大脑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48655" y="4263390"/>
            <a:ext cx="30175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WorkBuddy 这类桌面智能体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604004"/>
            <a:ext cx="14081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3120" y="4604004"/>
            <a:ext cx="30083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20640" y="4604004"/>
            <a:ext cx="3264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3816" y="4677156"/>
            <a:ext cx="116128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最大风险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31136" y="4677156"/>
            <a:ext cx="276148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一本正经地编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48655" y="4677156"/>
            <a:ext cx="30175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动错文件、交出隐私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5800" y="5017770"/>
            <a:ext cx="14081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03120" y="5017770"/>
            <a:ext cx="300837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120640" y="5017770"/>
            <a:ext cx="3264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一句话记住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Chat 是参谋，Work 是包工头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776472" cy="1890522"/>
          </a:xfrm>
          <a:prstGeom prst="roundRect">
            <a:avLst>
              <a:gd name="adj" fmla="val 4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4008" cy="1890522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56232"/>
            <a:ext cx="3410712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F618D"/>
                </a:solidFill>
                <a:latin typeface="PingFang SC"/>
                <a:ea typeface="PingFang SC"/>
                <a:cs typeface="PingFang SC"/>
              </a:rPr>
              <a:t>Chat · 参谋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67128"/>
            <a:ext cx="3319272" cy="8488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316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陪你想。</a:t>
            </a:r>
          </a:p>
          <a:p>
            <a:pPr algn="l">
              <a:lnSpc>
                <a:spcPts val="316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你得在场，它问你答。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691640"/>
            <a:ext cx="3776472" cy="1890522"/>
          </a:xfrm>
          <a:prstGeom prst="roundRect">
            <a:avLst>
              <a:gd name="adj" fmla="val 4000"/>
            </a:avLst>
          </a:prstGeom>
          <a:solidFill>
            <a:srgbClr val="EBF4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17720" y="1691640"/>
            <a:ext cx="64008" cy="1890522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1856232"/>
            <a:ext cx="3410712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E8449"/>
                </a:solidFill>
                <a:latin typeface="PingFang SC"/>
                <a:ea typeface="PingFang SC"/>
                <a:cs typeface="PingFang SC"/>
              </a:rPr>
              <a:t>Work · 包工头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167128"/>
            <a:ext cx="3319272" cy="12504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316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替你干。</a:t>
            </a:r>
          </a:p>
          <a:p>
            <a:pPr algn="l">
              <a:lnSpc>
                <a:spcPts val="316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交代清楚就走开，回来验收。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765041"/>
            <a:ext cx="7708392" cy="1054608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765041"/>
            <a:ext cx="64008" cy="105460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29633"/>
            <a:ext cx="7251192" cy="77114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85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想不清楚的事，别急着派活；</a:t>
            </a:r>
          </a:p>
          <a:p>
            <a:pPr algn="l">
              <a:lnSpc>
                <a:spcPts val="285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想清楚了，就别一句一句聊。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二奢老板的分工清单 · 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用 Chat 想的 6 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682495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1737360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定位：用 10/14 的三角图，让它反问你，写出定位句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57984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167127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221991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活动方案：双 11、年底清库存，先让它搭框架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42616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651760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706624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话术陪练：让它扮演砍价、白嫖估价的客户，你来接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127248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3136392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191256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选题：一个爆款只换人群、换品牌，出 30 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611880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3621024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675888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复盘：把这个月的几个数字说给它，让它问你问题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096512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4105656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4160520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学新规：平台新规则让它讲给你听，最后看原文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二奢老板的分工清单 · 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用 Work 干的 6 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682495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1737360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录音逐字稿 → 一周 7 条朋友圈 + 选题表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57984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167127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221991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一个文件夹的货品信息 → 每只一段上新文案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42616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651760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706624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库存表 → 超过 30 天的货 + 处理建议（07-15）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127248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3136392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191256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直播回放逐字稿 → 切片选题 + 口播稿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611880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3621024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675888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脱敏后的成交记录 → 客户分层表，方便打标签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096512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4105656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4160520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定时任务：每天早上推当天朋友圈，每周一出库存周报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这些话，你可能也说过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八个错误认知 · 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73352"/>
            <a:ext cx="630936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112264"/>
            <a:ext cx="630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773936"/>
            <a:ext cx="384047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#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5880" y="1673352"/>
            <a:ext cx="2642616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25880" y="2112264"/>
            <a:ext cx="26426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53895" y="1773936"/>
            <a:ext cx="2395728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错误认知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73352"/>
            <a:ext cx="4407408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77639" y="2112264"/>
            <a:ext cx="4407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5655" y="1773936"/>
            <a:ext cx="416052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真相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2203704"/>
            <a:ext cx="38404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2203704"/>
            <a:ext cx="239572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AI 就是个聊天的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05655" y="2203704"/>
            <a:ext cx="41605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3.0 已经能干活，交给你的是做好的文件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553462"/>
            <a:ext cx="630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553462"/>
            <a:ext cx="26426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553462"/>
            <a:ext cx="4407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2635758"/>
            <a:ext cx="38404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3895" y="2635758"/>
            <a:ext cx="239572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AI 什么都懂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5655" y="2635758"/>
            <a:ext cx="4160520" cy="617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不懂你的店和今天的行情，还会编。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价格、行情、规定，一律自己核实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271266"/>
            <a:ext cx="630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25880" y="3271266"/>
            <a:ext cx="26426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3271266"/>
            <a:ext cx="4407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" y="3353562"/>
            <a:ext cx="38404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53895" y="3353562"/>
            <a:ext cx="239572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一句话就能出好东西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05655" y="3353562"/>
            <a:ext cx="4160520" cy="617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不给背景和素材，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只能写出谁都能写的东西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989070"/>
            <a:ext cx="630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325880" y="3989070"/>
            <a:ext cx="26426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77639" y="3989070"/>
            <a:ext cx="4407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4071366"/>
            <a:ext cx="38404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5" y="4071366"/>
            <a:ext cx="239572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AI 写的可以直接发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05655" y="4071366"/>
            <a:ext cx="4160520" cy="617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客户看得出 AI 味，回复像 AI 会丢单。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AI 出初稿，你过嘴改稿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706874"/>
            <a:ext cx="630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325880" y="4706874"/>
            <a:ext cx="26426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77639" y="4706874"/>
            <a:ext cx="4407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这些话，你可能也说过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八个错误认知 · 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73352"/>
            <a:ext cx="630936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112264"/>
            <a:ext cx="630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773936"/>
            <a:ext cx="384047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#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5880" y="1673352"/>
            <a:ext cx="2642616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25880" y="2112264"/>
            <a:ext cx="26426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53895" y="1773936"/>
            <a:ext cx="2395728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错误认知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73352"/>
            <a:ext cx="4407408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77639" y="2112264"/>
            <a:ext cx="4407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5655" y="1773936"/>
            <a:ext cx="416052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真相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2203704"/>
            <a:ext cx="38404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2203704"/>
            <a:ext cx="239572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工具越多越好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05655" y="2203704"/>
            <a:ext cx="4160520" cy="617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差生文具多（04-08）。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一个 Chat、一个 Work，用熟就够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839212"/>
            <a:ext cx="630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839212"/>
            <a:ext cx="26426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839212"/>
            <a:ext cx="4407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2921508"/>
            <a:ext cx="38404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3895" y="2921508"/>
            <a:ext cx="239572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AI 能帮我辨真假、定价格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5655" y="2921508"/>
            <a:ext cx="4160520" cy="617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它不能拍板。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看货、定价、收不收，最后都是你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557016"/>
            <a:ext cx="630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25880" y="3557016"/>
            <a:ext cx="26426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77639" y="3557016"/>
            <a:ext cx="4407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" y="3639312"/>
            <a:ext cx="38404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53895" y="3639312"/>
            <a:ext cx="2395728" cy="617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AI 会抢饭碗，或者我学不会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05655" y="3639312"/>
            <a:ext cx="4160520" cy="617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它抢的是重复的活。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会说话，就会用 AI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274820"/>
            <a:ext cx="630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325880" y="4274820"/>
            <a:ext cx="26426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77639" y="4274820"/>
            <a:ext cx="4407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4357116"/>
            <a:ext cx="38404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5" y="4357116"/>
            <a:ext cx="239572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资料随便丢给它都没事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05655" y="4357116"/>
            <a:ext cx="4160520" cy="617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身份证、手机号、银行卡不进 AI；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Work 只给它一个文件夹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992624"/>
            <a:ext cx="630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325880" y="4992624"/>
            <a:ext cx="26426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77639" y="4992624"/>
            <a:ext cx="44074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放心交给它，必须你拍板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776472" cy="2008632"/>
          </a:xfrm>
          <a:prstGeom prst="roundRect">
            <a:avLst>
              <a:gd name="adj" fmla="val 4000"/>
            </a:avLst>
          </a:prstGeom>
          <a:solidFill>
            <a:srgbClr val="EBF4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4008" cy="2008632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56232"/>
            <a:ext cx="3410712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E8449"/>
                </a:solidFill>
                <a:latin typeface="PingFang SC"/>
                <a:ea typeface="PingFang SC"/>
                <a:cs typeface="PingFang SC"/>
              </a:rPr>
              <a:t>放心交给它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67128"/>
            <a:ext cx="3319272" cy="13685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写初稿、改稿、换说法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整理、汇总、做表格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批量出东西、定时提醒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出框架、出选题、陪你练话术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691640"/>
            <a:ext cx="3776472" cy="2008632"/>
          </a:xfrm>
          <a:prstGeom prst="roundRect">
            <a:avLst>
              <a:gd name="adj" fmla="val 4000"/>
            </a:avLst>
          </a:prstGeom>
          <a:solidFill>
            <a:srgbClr val="FBEC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17720" y="1691640"/>
            <a:ext cx="64008" cy="2008632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1856232"/>
            <a:ext cx="3410712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922B21"/>
                </a:solidFill>
                <a:latin typeface="PingFang SC"/>
                <a:ea typeface="PingFang SC"/>
                <a:cs typeface="PingFang SC"/>
              </a:rPr>
              <a:t>必须你拍板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167128"/>
            <a:ext cx="3319272" cy="13685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这只包是真是假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最终报价，收不收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和客户建立信任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合不合规、客户故事真不真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883152"/>
            <a:ext cx="7708392" cy="6362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3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安全底线：客户姓名、电话、身份证、银行卡，先删掉再给 AI；</a:t>
            </a:r>
          </a:p>
          <a:p>
            <a:pPr algn="l">
              <a:lnSpc>
                <a:spcPts val="23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Work 只给它一个文件夹，不让它删东西。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1481328"/>
            <a:ext cx="1498701" cy="310896"/>
          </a:xfrm>
          <a:prstGeom prst="roundRect">
            <a:avLst>
              <a:gd name="adj" fmla="val 9800"/>
            </a:avLst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504286"/>
            <a:ext cx="1498701" cy="3108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PART 02 /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4229" y="1508760"/>
            <a:ext cx="36576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9A9088"/>
                </a:solidFill>
                <a:latin typeface="PingFang SC"/>
                <a:ea typeface="PingFang SC"/>
                <a:cs typeface="PingFang SC"/>
              </a:rPr>
              <a:t>30–48 分钟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11095"/>
            <a:ext cx="819912" cy="329184"/>
          </a:xfrm>
          <a:prstGeom prst="roundRect">
            <a:avLst>
              <a:gd name="adj" fmla="val 9800"/>
            </a:avLst>
          </a:prstGeom>
          <a:solidFill>
            <a:srgbClr val="FFD16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4910"/>
            <a:ext cx="819912" cy="32918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怎 么 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2377440"/>
            <a:ext cx="8686800" cy="177149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661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624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先想</a:t>
            </a:r>
          </a:p>
          <a:p>
            <a:pPr algn="l">
              <a:lnSpc>
                <a:spcPts val="661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624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再干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4240377"/>
            <a:ext cx="8686800" cy="5486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331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760" b="1" i="0">
                <a:solidFill>
                  <a:srgbClr val="FFD166"/>
                </a:solidFill>
                <a:latin typeface="PingFang SC"/>
                <a:ea typeface="PingFang SC"/>
                <a:cs typeface="PingFang SC"/>
              </a:rPr>
              <a:t>先想后干五步 ｜ 派活五件套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一个圈，越转越像你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先想后干五步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682495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1737360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在 Chat 里想清楚：让它反问你，把方向和标准想明白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57984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167127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221991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写成规则：一份提示词，或者一份档案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42616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651760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706624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交给 Work 批量干：一个文件夹，一件交代清楚的活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127248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3136392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191256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你来验收、改稿：有没有编、有没有 AI 味、有没有违规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611880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3621024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675888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改的地方写回规则：下次就按你的标准干（07-01）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270248"/>
            <a:ext cx="7708392" cy="734567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270248"/>
            <a:ext cx="64008" cy="734567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434840"/>
            <a:ext cx="7251192" cy="45110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8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转几圈以后，AI 就越来越像你。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为什么要这么做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跳过任何一步，都会白干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478023" cy="160020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2478023" cy="45720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92808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不想清楚就派活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331720"/>
            <a:ext cx="2148839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它很快干出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一堆你用不上的东西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00983" y="1691640"/>
            <a:ext cx="2478023" cy="160020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00983" y="1691640"/>
            <a:ext cx="2478023" cy="45720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5" y="1892808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想清楚了还一句句聊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5" y="2331720"/>
            <a:ext cx="2148839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你自己成了搬运工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16167" y="1691640"/>
            <a:ext cx="2478023" cy="160020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16167" y="1691640"/>
            <a:ext cx="2478023" cy="4572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59" y="1892808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规则只写一次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59" y="2331720"/>
            <a:ext cx="2148839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以后都按你的标准干，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攒多了就是 Skill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AI 出 80 分，你改到 100 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验收看三样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478023" cy="169164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2478023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7452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48840"/>
            <a:ext cx="2203703" cy="457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6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8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有没有编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651760"/>
            <a:ext cx="21488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货、价格、客户故事，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是不是都来自素材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00983" y="1691640"/>
            <a:ext cx="2478023" cy="169164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00983" y="1691640"/>
            <a:ext cx="2478023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5" y="187452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5" y="2148840"/>
            <a:ext cx="2203703" cy="457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6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8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有没有 AI 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5" y="2651760"/>
            <a:ext cx="21488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读出声，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像不像你平时说话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16167" y="1691640"/>
            <a:ext cx="2478023" cy="169164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16167" y="1691640"/>
            <a:ext cx="2478023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59" y="187452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59" y="2148840"/>
            <a:ext cx="2203703" cy="457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96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8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有没有违规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651760"/>
            <a:ext cx="21488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鉴定、绝对化用语、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承诺保值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611880"/>
            <a:ext cx="7708392" cy="3764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发出去的东西，由你负责。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Chat 的诀窍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让 AI 反问你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7708392" cy="1600200"/>
          </a:xfrm>
          <a:prstGeom prst="roundRect">
            <a:avLst>
              <a:gd name="adj" fmla="val 5000"/>
            </a:avLst>
          </a:prstGeom>
          <a:solidFill>
            <a:srgbClr val="ECE7D8"/>
          </a:solidFill>
          <a:ln w="9525">
            <a:solidFill>
              <a:srgbClr val="E2DF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74519"/>
            <a:ext cx="365760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一 句 话 就 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212848"/>
            <a:ext cx="7132320" cy="10058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358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7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“先别写，</a:t>
            </a:r>
          </a:p>
          <a:p>
            <a:pPr algn="l">
              <a:lnSpc>
                <a:spcPts val="358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7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一次只问我一个问题。”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3474720"/>
            <a:ext cx="7708392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它问，你答。问完它才真正知道你是谁。下一页现场演示。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21207"/>
            <a:ext cx="745759" cy="310896"/>
          </a:xfrm>
          <a:prstGeom prst="roundRect">
            <a:avLst>
              <a:gd name="adj" fmla="val 9800"/>
            </a:avLst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4166"/>
            <a:ext cx="745759" cy="3108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演示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1287" y="548640"/>
            <a:ext cx="59436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Chat · 写定位句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96112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让 AI 反问你，写出定位句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7708392" cy="2642362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64008" cy="2642362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685800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922B21"/>
                </a:solidFill>
                <a:latin typeface="PingFang SC"/>
                <a:ea typeface="PingFang SC"/>
                <a:cs typeface="PingFang SC"/>
              </a:rPr>
              <a:t>提示词①（课后发群）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85416"/>
            <a:ext cx="7205472" cy="19748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你是二手奢侈品行业的经营顾问。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我想写一句店铺定位，格式是：我是谁 + 帮什么样的客户 + 解决什么问题。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先不要写。请一次只问我一个问题，围绕三件事问清楚：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1. 我的人设：我专业在哪里，我懂客户的什么顾虑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2. 我的人群：手里有货的人还是要买的人，急不急，买不买得起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3. 客户的需求：他要什么结果，这个结果能不能用数字说清楚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问完 5–8 个问题后，给我 3 句定位备选，说明每句适合什么阶段的店。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498594"/>
            <a:ext cx="7708392" cy="3409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3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现场用我自己的店回答它的问题。这就是 10/14 的三角图：人设、人群、需求。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21207"/>
            <a:ext cx="745759" cy="310896"/>
          </a:xfrm>
          <a:prstGeom prst="roundRect">
            <a:avLst>
              <a:gd name="adj" fmla="val 9800"/>
            </a:avLst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4166"/>
            <a:ext cx="745759" cy="3108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演示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1287" y="548640"/>
            <a:ext cx="59436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Chat · 出选题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96112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接着出 30 个选题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7708392" cy="1815592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64008" cy="1815592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685800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922B21"/>
                </a:solidFill>
                <a:latin typeface="PingFang SC"/>
                <a:ea typeface="PingFang SC"/>
                <a:cs typeface="PingFang SC"/>
              </a:rPr>
              <a:t>提示词②（在同一个对话里接着发）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85416"/>
            <a:ext cx="7205472" cy="1148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用你刚才给的第 1 句定位，按“换人群”的方法给我 30 个短视频或朋友圈选题：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同一个客户痛点，分别换品牌（LV、古驰、香奈儿……）、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换人群（上班族、白领、应届生、宝妈……）。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每个选题一行，标注是给想出手的人，还是给想买的人。不写鉴定类选题。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690112"/>
            <a:ext cx="7708392" cy="1054608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690112"/>
            <a:ext cx="64008" cy="105460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54704"/>
            <a:ext cx="7251192" cy="77114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85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干货不变，变的是人群。</a:t>
            </a:r>
          </a:p>
          <a:p>
            <a:pPr algn="l">
              <a:lnSpc>
                <a:spcPts val="285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一个爆款，换个人群就是一条新内容。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给 Work 派活，交代这五样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派活五件套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73352"/>
            <a:ext cx="1271016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112264"/>
            <a:ext cx="12710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773936"/>
            <a:ext cx="1024127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673352"/>
            <a:ext cx="2916936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65960" y="2112264"/>
            <a:ext cx="2916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773936"/>
            <a:ext cx="2670048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是什么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1673352"/>
            <a:ext cx="3493008" cy="457200"/>
          </a:xfrm>
          <a:prstGeom prst="rect">
            <a:avLst/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92040" y="2112264"/>
            <a:ext cx="34930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0055" y="1773936"/>
            <a:ext cx="324612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朋友圈提示词里对应哪一节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2203704"/>
            <a:ext cx="102412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背景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3976" y="2203704"/>
            <a:ext cx="267004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我是谁、我的店、我的客户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5" y="2203704"/>
            <a:ext cx="32461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零、我的档案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553462"/>
            <a:ext cx="12710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65960" y="2553462"/>
            <a:ext cx="2916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92040" y="2553462"/>
            <a:ext cx="34930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2635758"/>
            <a:ext cx="102412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素材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2635758"/>
            <a:ext cx="267004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录音、表格、照片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0055" y="2635758"/>
            <a:ext cx="32461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逐字稿文件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985516"/>
            <a:ext cx="12710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65960" y="2985516"/>
            <a:ext cx="2916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92040" y="2985516"/>
            <a:ext cx="34930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" y="3067812"/>
            <a:ext cx="102412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要求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93976" y="3067812"/>
            <a:ext cx="267004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格式、字数、红线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0055" y="3067812"/>
            <a:ext cx="3246120" cy="6172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二、核心铁律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七、写作硬性要求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703320"/>
            <a:ext cx="12710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65960" y="3703320"/>
            <a:ext cx="2916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92040" y="3703320"/>
            <a:ext cx="34930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3785616"/>
            <a:ext cx="102412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例子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93976" y="3785616"/>
            <a:ext cx="267004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我写过的好东西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0055" y="3785616"/>
            <a:ext cx="32461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档案里的 3–5 条朋友圈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135374"/>
            <a:ext cx="12710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65960" y="4135374"/>
            <a:ext cx="2916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892040" y="4135374"/>
            <a:ext cx="34930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4217670"/>
            <a:ext cx="1024127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验收标准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93976" y="4217670"/>
            <a:ext cx="2670048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什么样算合格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0055" y="4217670"/>
            <a:ext cx="3246120" cy="3314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十一、交付前自查清单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4567428"/>
            <a:ext cx="127101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65960" y="4567428"/>
            <a:ext cx="2916936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892040" y="4567428"/>
            <a:ext cx="3493008" cy="18288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759452"/>
            <a:ext cx="7708392" cy="3409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3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提示词很长，拆开就是这五样。写一次，以后每周都能用。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1481328"/>
            <a:ext cx="1498701" cy="310896"/>
          </a:xfrm>
          <a:prstGeom prst="roundRect">
            <a:avLst>
              <a:gd name="adj" fmla="val 9800"/>
            </a:avLst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504286"/>
            <a:ext cx="1498701" cy="3108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PART 03 /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94229" y="1508760"/>
            <a:ext cx="36576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9A9088"/>
                </a:solidFill>
                <a:latin typeface="PingFang SC"/>
                <a:ea typeface="PingFang SC"/>
                <a:cs typeface="PingFang SC"/>
              </a:rPr>
              <a:t>48–56 分钟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11095"/>
            <a:ext cx="585215" cy="329184"/>
          </a:xfrm>
          <a:prstGeom prst="roundRect">
            <a:avLst>
              <a:gd name="adj" fmla="val 9800"/>
            </a:avLst>
          </a:prstGeom>
          <a:solidFill>
            <a:srgbClr val="FFD16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4910"/>
            <a:ext cx="585215" cy="32918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实 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2377440"/>
            <a:ext cx="8686800" cy="1771497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661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624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一个文件夹</a:t>
            </a:r>
          </a:p>
          <a:p>
            <a:pPr algn="l">
              <a:lnSpc>
                <a:spcPts val="661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624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出一周朋友圈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4240377"/>
            <a:ext cx="8686800" cy="5486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331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760" b="1" i="0">
                <a:solidFill>
                  <a:srgbClr val="FFD166"/>
                </a:solidFill>
                <a:latin typeface="PingFang SC"/>
                <a:ea typeface="PingFang SC"/>
                <a:cs typeface="PingFang SC"/>
              </a:rPr>
              <a:t>Work 演示 ｜ 验收改稿 ｜ 库存表预警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21207"/>
            <a:ext cx="745759" cy="310896"/>
          </a:xfrm>
          <a:prstGeom prst="roundRect">
            <a:avLst>
              <a:gd name="adj" fmla="val 9800"/>
            </a:avLst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4166"/>
            <a:ext cx="745759" cy="3108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演示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1287" y="548640"/>
            <a:ext cx="59436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Work · 备文件夹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96112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先备好一个文件夹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645920"/>
            <a:ext cx="548640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文件夹：10-28演示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478023" cy="169164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2478023" cy="4572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9456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文件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468880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录音逐字稿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907792"/>
            <a:ext cx="2148839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自己店里的一段，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先删掉客户姓名、电话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0983" y="2011680"/>
            <a:ext cx="2478023" cy="169164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00983" y="2011680"/>
            <a:ext cx="2478023" cy="4572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5575" y="219456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文件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5" y="2468880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朋友圈提示词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5" y="2907792"/>
            <a:ext cx="2148839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上次发的二奢老板版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16167" y="2011680"/>
            <a:ext cx="2478023" cy="169164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16167" y="2011680"/>
            <a:ext cx="2478023" cy="45720"/>
          </a:xfrm>
          <a:prstGeom prst="rect">
            <a:avLst/>
          </a:prstGeom>
          <a:solidFill>
            <a:srgbClr val="1F6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59" y="2194560"/>
            <a:ext cx="2203703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文件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59" y="2468880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我写过的朋友圈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907792"/>
            <a:ext cx="2148839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3–5 条，</a:t>
            </a:r>
          </a:p>
          <a:p>
            <a:pPr algn="l">
              <a:lnSpc>
                <a:spcPts val="223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让它学我的口气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886200"/>
            <a:ext cx="7708392" cy="691895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886200"/>
            <a:ext cx="64008" cy="691895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50792"/>
            <a:ext cx="7251192" cy="40843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85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04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一个项目一个文件夹。它只看这个文件夹，别的文件碰不到。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21207"/>
            <a:ext cx="745759" cy="310896"/>
          </a:xfrm>
          <a:prstGeom prst="roundRect">
            <a:avLst>
              <a:gd name="adj" fmla="val 9800"/>
            </a:avLst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4166"/>
            <a:ext cx="745759" cy="3108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演示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1287" y="548640"/>
            <a:ext cx="59436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Work · 派活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96112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在 WorkBuddy 里派活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7708392" cy="1815592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64008" cy="1815592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685800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922B21"/>
                </a:solidFill>
                <a:latin typeface="PingFang SC"/>
                <a:ea typeface="PingFang SC"/>
                <a:cs typeface="PingFang SC"/>
              </a:rPr>
              <a:t>派活的话（选中“10-28演示”文件夹）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85416"/>
            <a:ext cx="7205472" cy="1148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读这个文件夹里的《朋友圈提示词》和录音逐字稿，按提示词的规则写下周 7 条朋友圈。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存成一张表格放回这个文件夹，列是：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周几、类型、正文、评论区补一句、配图建议、建议可见分组、备注。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不要改动、也不要删除文件夹里原有的文件。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671824"/>
            <a:ext cx="7708392" cy="3409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3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等它干活的时候：它在一步步自己做，你可以去忙别的。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21207"/>
            <a:ext cx="745759" cy="310896"/>
          </a:xfrm>
          <a:prstGeom prst="roundRect">
            <a:avLst>
              <a:gd name="adj" fmla="val 9800"/>
            </a:avLst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4166"/>
            <a:ext cx="745759" cy="3108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演示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1287" y="548640"/>
            <a:ext cx="59436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验收 · 改稿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96112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验收，再改一条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682495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737360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打开表格，先看三样：有没有编、有没有 AI 味、有没有违规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76272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2203703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258568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挑一条现场过嘴改稿：删掉 AI 腔，长句改短，换成我的口气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7708392" cy="9144"/>
          </a:xfrm>
          <a:prstGeom prst="rect">
            <a:avLst/>
          </a:prstGeom>
          <a:solidFill>
            <a:srgbClr val="E2DF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724912"/>
            <a:ext cx="850392" cy="41148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6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2779776"/>
            <a:ext cx="7141464" cy="36461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511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2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把改的地方告诉它：“以后别用‘不得不说’，句子再短一点”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438144"/>
            <a:ext cx="7708392" cy="734567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38144"/>
            <a:ext cx="64008" cy="734567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602736"/>
            <a:ext cx="7251192" cy="45110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3192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8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这就是第 5 步：改的地方写回规则。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21207"/>
            <a:ext cx="745759" cy="310896"/>
          </a:xfrm>
          <a:prstGeom prst="roundRect">
            <a:avLst>
              <a:gd name="adj" fmla="val 9800"/>
            </a:avLst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4166"/>
            <a:ext cx="745759" cy="310896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演示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1287" y="548640"/>
            <a:ext cx="59436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选做 · 时间够再做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96112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一张库存表，找出压款的货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7708392" cy="1540002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64008" cy="1540002"/>
          </a:xfrm>
          <a:prstGeom prst="rect">
            <a:avLst/>
          </a:prstGeom>
          <a:solidFill>
            <a:srgbClr val="922B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6858000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922B21"/>
                </a:solidFill>
                <a:latin typeface="PingFang SC"/>
                <a:ea typeface="PingFang SC"/>
                <a:cs typeface="PingFang SC"/>
              </a:rPr>
              <a:t>派活的话（用示例数据，或者脱敏后的表）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85416"/>
            <a:ext cx="7205472" cy="8724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读这个文件夹里的库存表，列出入库超过 30 天的货，按压款金额从高到低排序。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每只货给一句处理建议：降价、换渠道、私域首发，还是退回给寄卖客户，并写出理由。</a:t>
            </a:r>
          </a:p>
          <a:p>
            <a:pPr algn="l">
              <a:lnSpc>
                <a:spcPts val="217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结果存成一张新表格，不要改动原表。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396234"/>
            <a:ext cx="7708392" cy="3409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3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回扣 07-15 周转纪律：超过 30 天的货，要有处理方案。建议只是参考，最后你来定。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今晚就开始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作业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478023" cy="160020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2478023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74520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7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起步店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313432"/>
            <a:ext cx="2185415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① 用提示词①写定位句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② 发到群里，我来改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00983" y="1691640"/>
            <a:ext cx="2478023" cy="160020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00983" y="1691640"/>
            <a:ext cx="2478023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5" y="1874520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7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成熟店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5" y="2313432"/>
            <a:ext cx="2185415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① 用 Work 做下周 7 条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② 自己改好其中 3 条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③ 截图发群里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16167" y="1691640"/>
            <a:ext cx="2478023" cy="1600200"/>
          </a:xfrm>
          <a:prstGeom prst="roundRect">
            <a:avLst>
              <a:gd name="adj" fmla="val 3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16167" y="1691640"/>
            <a:ext cx="2478023" cy="4572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59" y="1874520"/>
            <a:ext cx="2203703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79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所有人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59" y="2313432"/>
            <a:ext cx="2185415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① 写下最重复的 3 件活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4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② 下次挑一件做成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3520440"/>
            <a:ext cx="7708392" cy="3409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32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课后发群：提示词①②、两段派活的话。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下节课预告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61280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两个方向，二选一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776472" cy="1347216"/>
          </a:xfrm>
          <a:prstGeom prst="roundRect">
            <a:avLst>
              <a:gd name="adj" fmla="val 4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4008" cy="13472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56232"/>
            <a:ext cx="3410712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C0392B"/>
                </a:solidFill>
                <a:latin typeface="PingFang SC"/>
                <a:ea typeface="PingFang SC"/>
                <a:cs typeface="PingFang SC"/>
              </a:rPr>
              <a:t>1 · Skill 专场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67128"/>
            <a:ext cx="3319272" cy="7071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把今天写的规则装进 AI，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变成一直能用的技能。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691640"/>
            <a:ext cx="3776472" cy="1347216"/>
          </a:xfrm>
          <a:prstGeom prst="roundRect">
            <a:avLst>
              <a:gd name="adj" fmla="val 4000"/>
            </a:avLst>
          </a:prstGeom>
          <a:solidFill>
            <a:srgbClr val="F3F0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17720" y="1691640"/>
            <a:ext cx="64008" cy="134721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1856232"/>
            <a:ext cx="3410712" cy="27432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046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20" b="1" i="0">
                <a:solidFill>
                  <a:srgbClr val="B8860B"/>
                </a:solidFill>
                <a:latin typeface="PingFang SC"/>
                <a:ea typeface="PingFang SC"/>
                <a:cs typeface="PingFang SC"/>
              </a:rPr>
              <a:t>2 · 双 11 和年前冲刺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167128"/>
            <a:ext cx="3319272" cy="7071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双 11 还有两周，</a:t>
            </a:r>
          </a:p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离过年三个月，排好节点内容。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221736"/>
            <a:ext cx="7708392" cy="3764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260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80" b="0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公屏投票：1 还是 2？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521207"/>
            <a:ext cx="73152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1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最后一句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841248"/>
            <a:ext cx="7982712" cy="1134165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Chat 用来想</a:t>
            </a:r>
          </a:p>
          <a:p>
            <a:pPr algn="l">
              <a:lnSpc>
                <a:spcPts val="4105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479" b="1" i="0">
                <a:solidFill>
                  <a:srgbClr val="1A1A1A"/>
                </a:solidFill>
                <a:latin typeface="PingFang SC"/>
                <a:ea typeface="PingFang SC"/>
                <a:cs typeface="PingFang SC"/>
              </a:rPr>
              <a:t>Work 用来干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7708392" cy="1508760"/>
          </a:xfrm>
          <a:prstGeom prst="rect">
            <a:avLst/>
          </a:prstGeom>
          <a:solidFill>
            <a:srgbClr val="FFF8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240280"/>
            <a:ext cx="64008" cy="15087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450592"/>
            <a:ext cx="685800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ts val="386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76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你只做两件事：</a:t>
            </a:r>
          </a:p>
          <a:p>
            <a:pPr algn="l">
              <a:lnSpc>
                <a:spcPts val="3864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760" b="1" i="0">
                <a:solidFill>
                  <a:srgbClr val="3A2D00"/>
                </a:solidFill>
                <a:latin typeface="PingFang SC"/>
                <a:ea typeface="PingFang SC"/>
                <a:cs typeface="PingFang SC"/>
              </a:rPr>
              <a:t>给素材，做判断。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4023360"/>
            <a:ext cx="5486400" cy="36576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39" b="0" i="0">
                <a:solidFill>
                  <a:srgbClr val="6B6B6B"/>
                </a:solidFill>
                <a:latin typeface="PingFang SC"/>
                <a:ea typeface="PingFang SC"/>
                <a:cs typeface="PingFang SC"/>
              </a:rPr>
              <a:t>—— 一周一课 · 2026.10.28 · 闫亚老师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你不是短视频拿不到客资，你是卡在一个圈里出不来</dc:title>
  <dc:subject/>
  <dc:creator>闫亚</dc:creator>
  <cp:keywords/>
  <dc:description>一周一课 · 2026.09.02 · 可编辑版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