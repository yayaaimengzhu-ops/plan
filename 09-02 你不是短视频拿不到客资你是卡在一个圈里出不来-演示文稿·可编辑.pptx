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9F5"/>
            </a:gs>
            <a:gs pos="100000">
              <a:srgbClr val="F3ECD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108765"/>
            <a:ext cx="2097824" cy="317282"/>
          </a:xfrm>
          <a:prstGeom prst="roundRect">
            <a:avLst>
              <a:gd name="adj" fmla="val 960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97001" y="1148592"/>
            <a:ext cx="230722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一周一课 · 2026.09.02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1486524"/>
            <a:ext cx="7490482" cy="310544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你不是短视频</a:t>
            </a:r>
          </a:p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拿不到客资</a:t>
            </a:r>
          </a:p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你是卡在一个圈里出不来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3973152"/>
            <a:ext cx="5210080" cy="75572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2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一条爆了的视频，和它没带来的那个客户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4828737"/>
            <a:ext cx="50469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八个死循环，和八个能剪断它们的地方 ｜ 闫亚老师 主讲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704502"/>
            <a:ext cx="7709408" cy="801163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04502"/>
            <a:ext cx="60960" cy="80116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2832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写在前面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567955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这句话我今年听了不下一百遍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1861347"/>
            <a:ext cx="4281681" cy="93814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"短视频我试过了，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没用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807061"/>
            <a:ext cx="6606657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说这话的人，大多真的试过。发过几十条，甚至爆过一条。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272982"/>
            <a:ext cx="3785277" cy="904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他们不是懒，也不是不会拍。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他们是在一个圈里转了一年，自己不知道。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189351"/>
            <a:ext cx="2478024" cy="1364204"/>
          </a:xfrm>
          <a:prstGeom prst="roundRect">
            <a:avLst>
              <a:gd name="adj" fmla="val 4468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89351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04032" y="2189351"/>
            <a:ext cx="2478024" cy="1364204"/>
          </a:xfrm>
          <a:prstGeom prst="roundRect">
            <a:avLst>
              <a:gd name="adj" fmla="val 4468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304032" y="2189351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919724" y="2189351"/>
            <a:ext cx="2478024" cy="1364204"/>
          </a:xfrm>
          <a:prstGeom prst="roundRect">
            <a:avLst>
              <a:gd name="adj" fmla="val 4468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19724" y="2189351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314172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先别听我讲，先打开你的后台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4896839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找到你播放量最高的那一条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写下三个数字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068" y="2380613"/>
            <a:ext cx="1638026" cy="4743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① 它多少播放？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068" y="2834918"/>
            <a:ext cx="1814413" cy="11185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719" b="1" i="0" spc="223">
                <a:solidFill>
                  <a:srgbClr val="CFC9BA"/>
                </a:solidFill>
                <a:latin typeface="PingFang SC"/>
                <a:ea typeface="PingFang SC"/>
                <a:cs typeface="PingFang SC"/>
              </a:rPr>
              <a:t>＿＿＿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7760" y="2380613"/>
            <a:ext cx="1096234" cy="7039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② 它给你带来</a:t>
            </a:r>
          </a:p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几个微信？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7760" y="2834918"/>
            <a:ext cx="1814413" cy="11185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719" b="1" i="0" spc="223">
                <a:solidFill>
                  <a:srgbClr val="CFC9BA"/>
                </a:solidFill>
                <a:latin typeface="PingFang SC"/>
                <a:ea typeface="PingFang SC"/>
                <a:cs typeface="PingFang SC"/>
              </a:rPr>
              <a:t>＿＿＿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3452" y="2380613"/>
            <a:ext cx="1096234" cy="7039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③ 那几个人，</a:t>
            </a:r>
          </a:p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成交了几单？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3452" y="2834918"/>
            <a:ext cx="1814413" cy="11185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719" b="1" i="0" spc="223">
                <a:solidFill>
                  <a:srgbClr val="CFC9BA"/>
                </a:solidFill>
                <a:latin typeface="PingFang SC"/>
                <a:ea typeface="PingFang SC"/>
                <a:cs typeface="PingFang SC"/>
              </a:rPr>
              <a:t>＿＿＿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" y="3710400"/>
            <a:ext cx="4630476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写完先别说话。这三个数字，就是你今晚的诊断书。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77305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77305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我先替大多数人回答一次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756852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几十万  /  个位数  /  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1565361"/>
            <a:ext cx="4714475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这不是运气不好。运气不好是偶尔一次。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03" y="2334150"/>
            <a:ext cx="3905629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同一个结果连着出现一年，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那是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结构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，不是运气。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688674"/>
            <a:ext cx="3385441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今晚我们不修运气，我们拆结构。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3772103" cy="1501226"/>
          </a:xfrm>
          <a:prstGeom prst="roundRect">
            <a:avLst>
              <a:gd name="adj" fmla="val 4060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60960" cy="1501226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1690735"/>
            <a:ext cx="3772103" cy="1501226"/>
          </a:xfrm>
          <a:prstGeom prst="roundRect">
            <a:avLst>
              <a:gd name="adj" fmla="val 4060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1690735"/>
            <a:ext cx="60960" cy="1501226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今天的立场，先撂在这儿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527074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我不打算劝你"再坚持一下"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902" y="1854463"/>
            <a:ext cx="14566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最没用的安慰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902" y="2151095"/>
            <a:ext cx="3394859" cy="11735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"你再多发发就好了。"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在圈里的人，发得越多，圈转得越快。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8207" y="1854463"/>
            <a:ext cx="14566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今晚要干的事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8207" y="2151095"/>
            <a:ext cx="3199758" cy="11735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找到你在哪个圈里，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然后告诉你：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该剪的那一刀在哪儿。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344306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60960" cy="134430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48971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今晚的主角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3269284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一条爆了的视频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436" y="1833813"/>
            <a:ext cx="1772682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78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先说清楚一件事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173143"/>
            <a:ext cx="6726794" cy="6434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下面这个店，是我</a:t>
            </a:r>
            <a:r>
              <a:rPr sz="180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揉出来的</a:t>
            </a:r>
            <a:r>
              <a:rPr sz="180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——我把这些年看过的账号揉成了一个。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436" y="2534522"/>
            <a:ext cx="4845798" cy="6434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数字是行业里常见的量级，不是某一家的真账。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3253837"/>
            <a:ext cx="5660727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但接下来这八个坑，</a:t>
            </a:r>
            <a:r>
              <a:rPr sz="2039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每一个我都在真的店里见过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3719757"/>
            <a:ext cx="299502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大部分店，一次踩中三四个。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732035"/>
            <a:ext cx="1283969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32035"/>
            <a:ext cx="128396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319060" y="1732035"/>
            <a:ext cx="1283969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319060" y="1732035"/>
            <a:ext cx="1283969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949781" y="1732035"/>
            <a:ext cx="894842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49781" y="1732035"/>
            <a:ext cx="894842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191374" y="1732035"/>
            <a:ext cx="1143827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91374" y="1732035"/>
            <a:ext cx="1143827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681953" y="1732035"/>
            <a:ext cx="894842" cy="779868"/>
          </a:xfrm>
          <a:prstGeom prst="roundRect">
            <a:avLst>
              <a:gd name="adj" fmla="val 586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681953" y="1732035"/>
            <a:ext cx="894842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3100" y="521665"/>
            <a:ext cx="314172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这条视频的一生，只有九十天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八个环，都在这条线上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4486" y="1875114"/>
            <a:ext cx="95829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D−30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535" y="2180027"/>
            <a:ext cx="1438300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爆之前那一个月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670" y="1974923"/>
            <a:ext cx="63875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8315" y="1875114"/>
            <a:ext cx="1032179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D-Day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255" y="2180027"/>
            <a:ext cx="1438300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手机响了一整天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0390" y="1974923"/>
            <a:ext cx="638749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2006" y="1875114"/>
            <a:ext cx="977004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D+1~3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1696" y="2180027"/>
            <a:ext cx="877732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想趁热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1983" y="1974923"/>
            <a:ext cx="63875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0387" y="1875114"/>
            <a:ext cx="1112521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D+7~30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7569" y="2180027"/>
            <a:ext cx="1298158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那三十个微信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2562" y="1974923"/>
            <a:ext cx="638750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B886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3217" y="1875114"/>
            <a:ext cx="919033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D+90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867" y="2180027"/>
            <a:ext cx="877733" cy="428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回头看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100" y="2710049"/>
            <a:ext cx="3278057" cy="86849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前面是白忙，后面是——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到嘴的丢了</a:t>
            </a: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越往后越疼，所以我们顺着时间走。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7709408" cy="1749029"/>
          </a:xfrm>
          <a:prstGeom prst="roundRect">
            <a:avLst>
              <a:gd name="adj" fmla="val 5228"/>
            </a:avLst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7620" cy="1749029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690735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8340" y="3432144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390128" y="1690735"/>
            <a:ext cx="7620" cy="1749029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3100" y="521665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这句话今晚要回扣八次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每个圈都有一个破环点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853" y="1943948"/>
            <a:ext cx="2034467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33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而 它 从 来 不 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853" y="2247463"/>
            <a:ext cx="5843091" cy="14452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破环点永远只有一个，</a:t>
            </a:r>
          </a:p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而且永远不在</a:t>
            </a:r>
            <a:r>
              <a:rPr sz="31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你正在使劲的那一环</a:t>
            </a:r>
            <a:r>
              <a:rPr sz="31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3582842"/>
            <a:ext cx="4412144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你越使劲的地方，往往正是圈转得最快的地方。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479823"/>
            <a:ext cx="1341725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914768"/>
            <a:ext cx="918934" cy="331048"/>
          </a:xfrm>
          <a:prstGeom prst="roundRect">
            <a:avLst>
              <a:gd name="adj" fmla="val 9207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9468" y="1505884"/>
            <a:ext cx="160619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1193" y="1505884"/>
            <a:ext cx="210921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爆之前的那一个月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68" y="1961479"/>
            <a:ext cx="1100798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8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 − 30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216810"/>
            <a:ext cx="3727199" cy="25969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你那一个月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一条都没发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4092321"/>
            <a:ext cx="5223847" cy="8610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256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环 01 · 玄学环 ｜ 环 02 · 泛粉环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762796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45720" cy="1762796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先回到那个月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那三十天，你其实很忙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436" y="1854463"/>
            <a:ext cx="87870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现 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151095"/>
            <a:ext cx="3841312" cy="13363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你每天刷两个小时同行，挨个点赞。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你办了张新卡，专门拿来"养号"。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你在群里问："是不是必须用 5G 传？"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658559"/>
            <a:ext cx="3295635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三十天过去，你拍了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零条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4124480"/>
            <a:ext cx="358065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但你觉得自己一直在做账号这件事。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12945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7709408" cy="1282894"/>
          </a:xfrm>
          <a:prstGeom prst="roundRect">
            <a:avLst>
              <a:gd name="adj" fmla="val 593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282894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2376" y="1911004"/>
            <a:ext cx="75093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22376" y="2329236"/>
            <a:ext cx="75093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978762" y="1911004"/>
            <a:ext cx="125396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978762" y="2329236"/>
            <a:ext cx="125396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538175" y="1911004"/>
            <a:ext cx="1924663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538175" y="2329236"/>
            <a:ext cx="1924663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768289" y="1911004"/>
            <a:ext cx="918611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768289" y="2329236"/>
            <a:ext cx="918611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992351" y="1911004"/>
            <a:ext cx="108628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992351" y="2329236"/>
            <a:ext cx="108628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158992" y="2428549"/>
            <a:ext cx="125396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58992" y="2846781"/>
            <a:ext cx="125396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509322" y="2447586"/>
            <a:ext cx="1259339" cy="410530"/>
          </a:xfrm>
          <a:prstGeom prst="roundRect">
            <a:avLst>
              <a:gd name="adj" fmla="val 11136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9468" y="549199"/>
            <a:ext cx="87741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2413" y="549199"/>
            <a:ext cx="126933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玄 学 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" y="894659"/>
            <a:ext cx="2867573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越学越不动手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037" y="1992131"/>
            <a:ext cx="96033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没客资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6906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7424" y="1992131"/>
            <a:ext cx="146336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觉得方法不对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318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6836" y="1992131"/>
            <a:ext cx="2134061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学养号、刷同行、互赞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6432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6950" y="1992131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一条没发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0494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1012" y="1992131"/>
            <a:ext cx="129568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还是没客资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136" y="2523444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7654" y="2509677"/>
            <a:ext cx="146335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觉得学得不够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31750" y="2521830"/>
            <a:ext cx="1441203" cy="491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spc="5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↺ 回到第一步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100" y="3185541"/>
            <a:ext cx="5730530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这个圈最阴险的地方：它让你一直有事干，而且看起来很努力。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63202"/>
            <a:ext cx="1017453" cy="399883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63202"/>
            <a:ext cx="1017453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788393" y="1663202"/>
            <a:ext cx="709636" cy="399883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788393" y="1663202"/>
            <a:ext cx="709636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580630" y="1663202"/>
            <a:ext cx="1017453" cy="399883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580630" y="1663202"/>
            <a:ext cx="1017453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680683" y="1663202"/>
            <a:ext cx="863544" cy="399883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80683" y="1663202"/>
            <a:ext cx="863544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626828" y="1663202"/>
            <a:ext cx="709635" cy="399883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626828" y="1663202"/>
            <a:ext cx="709635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419064" y="1663202"/>
            <a:ext cx="1017452" cy="399883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19064" y="1663202"/>
            <a:ext cx="1017452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519117" y="1663202"/>
            <a:ext cx="1017452" cy="399883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519117" y="1663202"/>
            <a:ext cx="1017452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88340" y="2145685"/>
            <a:ext cx="1479178" cy="399882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8340" y="2145685"/>
            <a:ext cx="1479178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2250119" y="2145685"/>
            <a:ext cx="1171361" cy="399882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250119" y="2145685"/>
            <a:ext cx="1171361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504081" y="2145685"/>
            <a:ext cx="1712138" cy="399882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504081" y="2145685"/>
            <a:ext cx="1712138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298820" y="2145685"/>
            <a:ext cx="1633086" cy="399882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8820" y="2145685"/>
            <a:ext cx="1633086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014507" y="2145685"/>
            <a:ext cx="1325269" cy="399882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014507" y="2145685"/>
            <a:ext cx="1325269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88340" y="2628168"/>
            <a:ext cx="1633087" cy="399882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88340" y="2628168"/>
            <a:ext cx="1633087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404027" y="2628168"/>
            <a:ext cx="1786995" cy="399882"/>
          </a:xfrm>
          <a:prstGeom prst="roundRect">
            <a:avLst>
              <a:gd name="adj" fmla="val 11433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404027" y="2628168"/>
            <a:ext cx="1786995" cy="30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88340" y="3207019"/>
            <a:ext cx="7709408" cy="109015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88340" y="3207019"/>
            <a:ext cx="60960" cy="109015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下面这些，全是无效动作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100" y="839592"/>
            <a:ext cx="487612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行业里流传最广的十四条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001" y="1758096"/>
            <a:ext cx="1226850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养号打标签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7054" y="1758096"/>
            <a:ext cx="91903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刷同行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89291" y="1758096"/>
            <a:ext cx="1226850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给同行点赞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9344" y="1758096"/>
            <a:ext cx="107294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互关互助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5489" y="1758096"/>
            <a:ext cx="91903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送礼物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7725" y="1758096"/>
            <a:ext cx="1226850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不能删视频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7779" y="1758096"/>
            <a:ext cx="1226850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不能重复发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001" y="2240579"/>
            <a:ext cx="168857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必须一机一卡一号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58780" y="2240579"/>
            <a:ext cx="138075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切号会掉标签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2742" y="2240579"/>
            <a:ext cx="1921536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必须用 5G 不能 WiFi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7481" y="2240579"/>
            <a:ext cx="1842484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必须从加号入口上传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23168" y="2240579"/>
            <a:ext cx="1534667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不能给自己点赞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001" y="2723062"/>
            <a:ext cx="1842484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屏蔽熟人、屏蔽同城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2688" y="2723062"/>
            <a:ext cx="199639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必须绝对垂直不能跨行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203" y="3370747"/>
            <a:ext cx="2980995" cy="1136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你最大的竞争对手，</a:t>
            </a:r>
          </a:p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就是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教这些玄学的同行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60960" cy="2079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1690735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1690735"/>
            <a:ext cx="60960" cy="207943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4017970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4017970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355473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以后不用一条条记，记这一刀就够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506068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你能刷到谁 ≠ 谁能刷到你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854463"/>
            <a:ext cx="112359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用户标签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151095"/>
            <a:ext cx="2614239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由你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刷视频、点赞、送礼</a:t>
            </a: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决定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它只决定 —— 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你能刷到谁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跟你作品的流量，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零关系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854463"/>
            <a:ext cx="12900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创作者标签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151095"/>
            <a:ext cx="2614238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由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关注你、看你作品的人</a:t>
            </a: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决定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它才决定 —— 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谁能刷到你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只有一个办法能改它：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发作品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9" y="4133514"/>
            <a:ext cx="6837789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一刀切判别法：问一句 —— 这个动作带来的是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用户标签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还是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创作者标签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12945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2368535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236853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87741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2413" y="549199"/>
            <a:ext cx="126933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 环 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366389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不在"把方法学对"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909531"/>
            <a:ext cx="17898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你现在在这儿死推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206162"/>
            <a:ext cx="2223606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把玄学学得更全、更对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再找一个老师问问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等一切都准备好了再开始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909531"/>
            <a:ext cx="134978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✂ 该剪这儿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206162"/>
            <a:ext cx="2614023" cy="20408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拿那十四条挨个问一遍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凡是答案为"用户标签"的，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今晚全部从待办里删掉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删完，你今晚就有空拍第一条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432392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45720" cy="1432392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3357163"/>
            <a:ext cx="7709408" cy="801163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8340" y="3357163"/>
            <a:ext cx="60960" cy="80116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148971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第三十一天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2867573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你终于放弃了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436" y="1854463"/>
            <a:ext cx="87870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现 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436" y="2151095"/>
            <a:ext cx="4308630" cy="1005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你懒得管那些规矩了，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随手拍了一条</a:t>
            </a:r>
            <a:r>
              <a:rPr sz="19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搞笑的</a:t>
            </a: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——柜姐翻白眼那种。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203" y="3514008"/>
            <a:ext cx="1733963" cy="93814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它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爆了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7709408" cy="1282894"/>
          </a:xfrm>
          <a:prstGeom prst="roundRect">
            <a:avLst>
              <a:gd name="adj" fmla="val 593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282894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2376" y="1911004"/>
            <a:ext cx="918611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22376" y="2329236"/>
            <a:ext cx="918611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146438" y="1911004"/>
            <a:ext cx="108628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146438" y="2329236"/>
            <a:ext cx="108628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538175" y="1911004"/>
            <a:ext cx="918611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538175" y="2329236"/>
            <a:ext cx="918611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762237" y="1911004"/>
            <a:ext cx="125396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762237" y="2329236"/>
            <a:ext cx="125396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321650" y="1911004"/>
            <a:ext cx="918610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21650" y="2329236"/>
            <a:ext cx="918610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22376" y="2428549"/>
            <a:ext cx="125245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22376" y="2846781"/>
            <a:ext cx="125245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271199" y="2447586"/>
            <a:ext cx="1753331" cy="410530"/>
          </a:xfrm>
          <a:prstGeom prst="roundRect">
            <a:avLst>
              <a:gd name="adj" fmla="val 11136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泛 粉 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" y="894659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播放涨了，客资是零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037" y="1992131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想要播放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4581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5099" y="1992131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拍搞笑猎奇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318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6836" y="1992131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播放爆了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0380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0898" y="1992131"/>
            <a:ext cx="146335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来的不是买家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9793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0311" y="1992131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客资是零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3855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037" y="2509677"/>
            <a:ext cx="146185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"短视频没用"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3627" y="2521830"/>
            <a:ext cx="1935195" cy="491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spc="5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↺ 再去追下一个爆款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100" y="3185541"/>
            <a:ext cx="4977120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这是今晚最普遍的一个环。十个店里有七个卡在这儿。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704502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04502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这一句今晚一定要听进去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为什么偏偏是这条爆？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1861347"/>
            <a:ext cx="3905844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你爆的原因，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恰恰就是你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没客资的原因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264055"/>
            <a:ext cx="4241672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那条视频筛来的人，是来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看热闹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729975"/>
            <a:ext cx="4175695" cy="904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她们衣柜里没有闲置的包。她们不是不想找你，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是她们从一开始就不是那种人。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60960" cy="2079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1690735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1690735"/>
            <a:ext cx="60960" cy="207943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4017970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4017970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93522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所以问题不在选题，在开头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开头筛的是谁，来的就是谁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854463"/>
            <a:ext cx="12900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泛人群开头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151095"/>
            <a:ext cx="2588318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"柜姐看到我这样的客人……"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→ 全网爱看热闹的人都来了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→ 播放高，客资零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854463"/>
            <a:ext cx="1123599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筛人开头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151095"/>
            <a:ext cx="2503566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"衣柜里放了三年没背的包，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现在还能卖多少钱？"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→ 只有手里有货的人停下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→ 播放低，客资来了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9" y="4133514"/>
            <a:ext cx="55331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开头不是用来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抓所有人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的，是用来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把不买的人挡在外面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2478024" cy="1723539"/>
          </a:xfrm>
          <a:prstGeom prst="roundRect">
            <a:avLst>
              <a:gd name="adj" fmla="val 265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04032" y="1690735"/>
            <a:ext cx="2478024" cy="1723539"/>
          </a:xfrm>
          <a:prstGeom prst="roundRect">
            <a:avLst>
              <a:gd name="adj" fmla="val 265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304032" y="1690735"/>
            <a:ext cx="2478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919724" y="1690735"/>
            <a:ext cx="2478024" cy="1723539"/>
          </a:xfrm>
          <a:prstGeom prst="roundRect">
            <a:avLst>
              <a:gd name="adj" fmla="val 265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19724" y="1690735"/>
            <a:ext cx="2478024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8340" y="3593242"/>
            <a:ext cx="7709408" cy="1018636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8340" y="3593242"/>
            <a:ext cx="60960" cy="101863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3100" y="521665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这三句以后天天用得上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39592"/>
            <a:ext cx="608126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数据难看，先分清是哪一种难看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302" y="1875114"/>
            <a:ext cx="18237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有播放，没咨询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302" y="2228856"/>
            <a:ext cx="919033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缺的是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302" y="2456008"/>
            <a:ext cx="847725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信任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302" y="2800178"/>
            <a:ext cx="1615393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。人来了，不敢找你。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→ 去看环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994" y="1875114"/>
            <a:ext cx="18237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有咨询，不成交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3994" y="2228856"/>
            <a:ext cx="919033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缺的是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3994" y="2456008"/>
            <a:ext cx="847725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3994" y="2800178"/>
            <a:ext cx="1461484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，或者产品没讲清。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→ 去看环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9685" y="1875114"/>
            <a:ext cx="143335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两样都没有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9685" y="2228856"/>
            <a:ext cx="919033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这才是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9685" y="2456008"/>
            <a:ext cx="1433352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真的没流量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9685" y="2800178"/>
            <a:ext cx="1531824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→ 去看环 02、环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203" y="3756971"/>
            <a:ext cx="3589470" cy="77020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成交 = 流量 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×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 信任 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×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 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203" y="4205682"/>
            <a:ext cx="5536396" cy="441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是乘法不是加法——任何一个是零，结果就是零。流量再大也补不了信任。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2368535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236853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 环 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4467318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不在"再拍一条更爆的"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909531"/>
            <a:ext cx="17898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你现在在这儿死推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206162"/>
            <a:ext cx="2418814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复盘那条为什么爆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照着再拍十条同款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播放又上去了，客资还是零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909531"/>
            <a:ext cx="134978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✂ 该剪这儿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206162"/>
            <a:ext cx="2614131" cy="20408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同一个选题，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只改开头那一句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让开头里出现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"货"和"钱"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播放会掉一半，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咨询会从零变成有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4284949"/>
            <a:ext cx="3723481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你要的从来不是播放量，是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准客户含量</a:t>
            </a: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479823"/>
            <a:ext cx="1373131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914768"/>
            <a:ext cx="1185020" cy="331048"/>
          </a:xfrm>
          <a:prstGeom prst="roundRect">
            <a:avLst>
              <a:gd name="adj" fmla="val 9207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9468" y="1505884"/>
            <a:ext cx="163759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2598" y="1505884"/>
            <a:ext cx="190271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手机响了一整天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68" y="1961479"/>
            <a:ext cx="1366884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8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 - D A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216810"/>
            <a:ext cx="5917733" cy="25969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你等了一年的那天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你只在线八小时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4092321"/>
            <a:ext cx="5922297" cy="8610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256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环 03 · 私信漏斗环 ｜ 环 04 · 封号环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762796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45720" cy="1762796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07670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那一天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2867573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三百多条私信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436" y="1854463"/>
            <a:ext cx="87870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现 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151095"/>
            <a:ext cx="3862930" cy="13363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早上十点开始响，你在收货路上。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中午回到店里，未读已经两百多。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你从下午三点开始回，回到晚上九点。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644793"/>
            <a:ext cx="6843274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你回了三十几条。剩下的，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第二天再打开时人已经不说话了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7709408" cy="1282894"/>
          </a:xfrm>
          <a:prstGeom prst="roundRect">
            <a:avLst>
              <a:gd name="adj" fmla="val 593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282894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2376" y="1911004"/>
            <a:ext cx="108628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22376" y="2329236"/>
            <a:ext cx="108628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314113" y="1911004"/>
            <a:ext cx="19570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14113" y="2329236"/>
            <a:ext cx="19570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576601" y="1911004"/>
            <a:ext cx="75093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6601" y="2329236"/>
            <a:ext cx="75093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632987" y="1911004"/>
            <a:ext cx="175548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632987" y="2329236"/>
            <a:ext cx="175548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22376" y="2428549"/>
            <a:ext cx="125396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22376" y="2846781"/>
            <a:ext cx="125396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272705" y="2447586"/>
            <a:ext cx="1588667" cy="410530"/>
          </a:xfrm>
          <a:prstGeom prst="roundRect">
            <a:avLst>
              <a:gd name="adj" fmla="val 11136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3711" y="549199"/>
            <a:ext cx="187496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私 信 漏 斗 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894659"/>
            <a:ext cx="487612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买来的人，死在你手机里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037" y="1992131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私信涌进来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2256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2774" y="1992131"/>
            <a:ext cx="216643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回不过来 / 回得像客服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4743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5261" y="1992131"/>
            <a:ext cx="960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人跑了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1130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1649" y="1992131"/>
            <a:ext cx="196487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"线上来的客户不行"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2064" y="2005898"/>
            <a:ext cx="62498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037" y="2509677"/>
            <a:ext cx="146335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更不重视承接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133" y="2521830"/>
            <a:ext cx="1770531" cy="491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spc="5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↺ 下次还是接不住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100" y="3185541"/>
            <a:ext cx="4412359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这个环最贵——因为死掉的是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已经到手的客资</a:t>
            </a: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2161818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61818"/>
            <a:ext cx="60960" cy="2079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2161818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2161818"/>
            <a:ext cx="60960" cy="207943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4489052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4489052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52222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问题往往就出在第一句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4086318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你花两百四买来的人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死在一句"在的亲"上面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2325546"/>
            <a:ext cx="12900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客服式开口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622178"/>
            <a:ext cx="2680707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"在的亲～"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"您好，请问需要什么？"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"方便发张图看看吗"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→ 她立刻知道：这是个卖货的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2325546"/>
            <a:ext cx="14566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价值先行开口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622178"/>
            <a:ext cx="2935930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"您这只如果是 XX 年前买的，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现在市面上大概在 X 到 X 之间，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成色好能再往上走一点。"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→ 她立刻知道：这人懂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9" y="4604597"/>
            <a:ext cx="55331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破冰只有两条：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五分钟内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回，第一句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先给价值，不要资料</a:t>
            </a: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2368535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236853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 环 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486902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不在"想办法拿更多客资"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909531"/>
            <a:ext cx="17898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你现在在这儿死推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206162"/>
            <a:ext cx="2223606" cy="14626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研究怎么让更多人私信我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其实你手上躺着三十个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没聊透的人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909531"/>
            <a:ext cx="134978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✂ 该剪这儿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206162"/>
            <a:ext cx="2809448" cy="20408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第一句话</a:t>
            </a: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提前写好、存成短语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爆的那天不用现想，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五分钟内能发出去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先把手上这三十个救回来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432392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45720" cy="1432392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314172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那天晚上八点，你做了一件事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你实在回不过来了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436" y="1854463"/>
            <a:ext cx="87870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现 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151095"/>
            <a:ext cx="3984573" cy="1005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你在评论区置顶了一条：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"人太多回不过来，</a:t>
            </a:r>
            <a:r>
              <a:rPr sz="19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加我微信 XXXXX</a:t>
            </a: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328156"/>
            <a:ext cx="4477966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当天夜里，播放从四十几万掉到几千。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3794077"/>
            <a:ext cx="2214188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第二天早上，限流。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7709408" cy="1244712"/>
          </a:xfrm>
          <a:prstGeom prst="roundRect">
            <a:avLst>
              <a:gd name="adj" fmla="val 612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24471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2376" y="1911004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22376" y="2329236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649464" y="1911004"/>
            <a:ext cx="1789361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649464" y="2329236"/>
            <a:ext cx="1789361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744276" y="1911004"/>
            <a:ext cx="108628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744276" y="2329236"/>
            <a:ext cx="108628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136013" y="1911004"/>
            <a:ext cx="108628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36013" y="2329236"/>
            <a:ext cx="108628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527751" y="1911004"/>
            <a:ext cx="583260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527751" y="2329236"/>
            <a:ext cx="583260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49909" y="2428549"/>
            <a:ext cx="1424003" cy="410530"/>
          </a:xfrm>
          <a:prstGeom prst="roundRect">
            <a:avLst>
              <a:gd name="adj" fmla="val 11136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8340" y="3169483"/>
            <a:ext cx="7709408" cy="1018636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8340" y="3169483"/>
            <a:ext cx="60960" cy="101863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封 号 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" y="894659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越急，越从零开始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037" y="1992131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想快点拿到客资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7607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8125" y="1992131"/>
            <a:ext cx="199875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评论区 / 口播留微信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2419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2937" y="1992131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限流或封号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4156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4674" y="1992131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换号从零起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5894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6411" y="1992131"/>
            <a:ext cx="79265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更急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337" y="2502794"/>
            <a:ext cx="1605867" cy="491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spc="5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↺ 再留一次微信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203" y="3333211"/>
            <a:ext cx="5089513" cy="77020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99% 的封号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来自引流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，不是来自内容。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203" y="3781923"/>
            <a:ext cx="4151112" cy="441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内容违规可申诉、可隐藏；引流违规是直接动账号的。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06444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863618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3494186"/>
            <a:ext cx="7709408" cy="138474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8340" y="3494186"/>
            <a:ext cx="60960" cy="138474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376123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这一段四周前讲过，今晚只回扣三句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谁主动留，谁犯规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1654845"/>
            <a:ext cx="712531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1306" y="1737446"/>
            <a:ext cx="6029527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你主动留 = 违规，她主动给 = 安全。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入口要从你嘴里，挪到她嘴里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2133241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1306" y="2215842"/>
            <a:ext cx="5600236" cy="84895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成品话术，一个字不用改 ——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"你把联系方式发给我，我来加你。"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它同时挡掉了钓鱼执法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2890415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1306" y="2973016"/>
            <a:ext cx="6555463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合规入口只有三个：主页允许的位置 / 平台自己的线索工具 / 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她主动给你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203" y="3657914"/>
            <a:ext cx="6413553" cy="1136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上次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没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讲的是这一条 ——</a:t>
            </a:r>
          </a:p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视频一爆、微信被加爆，恰恰是账号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最脆弱的那一天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203" y="4472737"/>
            <a:ext cx="7383298" cy="441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你越是在那天着急承接，越容易在那天出事。所以备号不是备胎，是防线——它要在爆之前就准备好。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2079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2079432"/>
          </a:xfrm>
          <a:prstGeom prst="roundRect">
            <a:avLst>
              <a:gd name="adj" fmla="val 2931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207943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 环 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486902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不在"换个更隐蔽的说法"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909531"/>
            <a:ext cx="17898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你现在在这儿死推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206162"/>
            <a:ext cx="2223606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用谐音、用符号、拆开写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换个新号继续留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找人教你"怎么绕过检测"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909531"/>
            <a:ext cx="134978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✂ 该剪这儿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206162"/>
            <a:ext cx="2614131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把入口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从你嘴里，挪到她嘴里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你不留，你只接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爆的前一天，把备号准备好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3995846"/>
            <a:ext cx="5537902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任何一个教你规避平台检测的人，都是在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收你的钱、赌你的号</a:t>
            </a: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479823"/>
            <a:ext cx="1373131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914768"/>
            <a:ext cx="1702458" cy="331048"/>
          </a:xfrm>
          <a:prstGeom prst="roundRect">
            <a:avLst>
              <a:gd name="adj" fmla="val 9207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9468" y="1505884"/>
            <a:ext cx="163759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2598" y="1505884"/>
            <a:ext cx="107670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想趁热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68" y="1961479"/>
            <a:ext cx="1884322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8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 + 1  到  D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216810"/>
            <a:ext cx="5187555" cy="25969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你想趁热打铁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结果把火浇灭了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4092321"/>
            <a:ext cx="5603187" cy="8610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256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环 05 · 掉标签环 ｜ 环 06 · 投流环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432392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45720" cy="1432392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爆完的第二天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你决定抓住这波流量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436" y="1854463"/>
            <a:ext cx="87870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现 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151095"/>
            <a:ext cx="4211187" cy="1005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三天里你发了九条，全是货：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"今日新到"、"这只 XX 折"、"库存清仓"。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328156"/>
            <a:ext cx="3295635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播放从四十万，掉到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八百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3794077"/>
            <a:ext cx="299502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你以为是流量退潮了。不是。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7709408" cy="1244712"/>
          </a:xfrm>
          <a:prstGeom prst="roundRect">
            <a:avLst>
              <a:gd name="adj" fmla="val 6121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24471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2376" y="1911004"/>
            <a:ext cx="75093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22376" y="2329236"/>
            <a:ext cx="75093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978762" y="1911004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978762" y="2329236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705850" y="1911004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705850" y="2329236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32939" y="1911004"/>
            <a:ext cx="918611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32939" y="2329236"/>
            <a:ext cx="918611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57001" y="1911004"/>
            <a:ext cx="918610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657001" y="2329236"/>
            <a:ext cx="918610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49909" y="2428549"/>
            <a:ext cx="1094676" cy="410530"/>
          </a:xfrm>
          <a:prstGeom prst="roundRect">
            <a:avLst>
              <a:gd name="adj" fmla="val 11136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3711" y="549199"/>
            <a:ext cx="157220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掉 标 签 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894659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越急着变现，越没人看得到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037" y="1992131"/>
            <a:ext cx="96033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想趁热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6906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7424" y="1992131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猛发产品图硬广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3994" y="2005898"/>
            <a:ext cx="62498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4511" y="1992131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被判营销号限流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081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1599" y="1992131"/>
            <a:ext cx="112800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播放更低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5143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5661" y="1992131"/>
            <a:ext cx="11280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更急着发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337" y="2502794"/>
            <a:ext cx="1276540" cy="491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spc="5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↺ 越发越沉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100" y="3147360"/>
            <a:ext cx="3847382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平台不是不让你卖货，是不让你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只卖货</a:t>
            </a: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2478024" cy="1723539"/>
          </a:xfrm>
          <a:prstGeom prst="roundRect">
            <a:avLst>
              <a:gd name="adj" fmla="val 265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04032" y="1690735"/>
            <a:ext cx="2478024" cy="1723539"/>
          </a:xfrm>
          <a:prstGeom prst="roundRect">
            <a:avLst>
              <a:gd name="adj" fmla="val 265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304032" y="1690735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919724" y="1690735"/>
            <a:ext cx="2478024" cy="1723539"/>
          </a:xfrm>
          <a:prstGeom prst="roundRect">
            <a:avLst>
              <a:gd name="adj" fmla="val 2652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19724" y="1690735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8340" y="3579475"/>
            <a:ext cx="7709408" cy="138474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8340" y="3579475"/>
            <a:ext cx="60960" cy="138474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最容易被判营销号的三类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39592"/>
            <a:ext cx="608126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中任何一条，大概率被隐形标记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302" y="1875114"/>
            <a:ext cx="208566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生活号转商业号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302" y="2228856"/>
            <a:ext cx="2130034" cy="91226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晒娃旅游的号突然开始发商品 —— 平台识别不出你的定位，判定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302" y="2910312"/>
            <a:ext cx="1238143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定位错乱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994" y="1875114"/>
            <a:ext cx="2280871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长期密集发产品图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994" y="2228856"/>
            <a:ext cx="2130034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连续多日全是货、全是价 —— 直接标记为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3994" y="2683160"/>
            <a:ext cx="1433352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营销号限流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9685" y="1875114"/>
            <a:ext cx="221515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③ 开了蓝V反而更少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9685" y="2228856"/>
            <a:ext cx="1378930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蓝V 自然流常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9685" y="2456008"/>
            <a:ext cx="1268689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顶死 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9685" y="2800178"/>
            <a:ext cx="2021453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，个人号还能跑到 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203" y="3743204"/>
            <a:ext cx="7205681" cy="1136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纠偏是有路的：按提示逐条整改、清违禁词、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降营销密度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、稳定频次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203" y="4558026"/>
            <a:ext cx="6255927" cy="44119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正常 3–7 天可以恢复推荐占比。真正难救的，是推荐占比低、又查不出违规的老号。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2946741"/>
          </a:xfrm>
          <a:prstGeom prst="roundRect">
            <a:avLst>
              <a:gd name="adj" fmla="val 2068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2946741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2946741"/>
          </a:xfrm>
          <a:prstGeom prst="roundRect">
            <a:avLst>
              <a:gd name="adj" fmla="val 2068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2946741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 环 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406560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不在"趁热多发几条"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909531"/>
            <a:ext cx="17898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你现在在这儿死推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206162"/>
            <a:ext cx="2393109" cy="11735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三天九条，条条是货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"流量在的时候不发可惜了"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909531"/>
            <a:ext cx="134978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✂ 该剪这儿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206162"/>
            <a:ext cx="2698775" cy="26190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同样发九条，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把八条的壳换掉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"这只包我为什么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没</a:t>
            </a: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收"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"她要五千，我只能给三千八，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差在哪儿"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货还是那只货，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但它不再是一条广告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432392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45720" cy="1432392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第三天，你坐不住了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2867573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你打开了抖加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436" y="1854463"/>
            <a:ext cx="87870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现 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436" y="2151095"/>
            <a:ext cx="4308630" cy="1005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眼看数据一路往下掉，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你给那条已经凉了的视频，</a:t>
            </a:r>
            <a:r>
              <a:rPr sz="19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追投了一千块</a:t>
            </a: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328156"/>
            <a:ext cx="2349382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播放确实又涨了。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3794077"/>
            <a:ext cx="2018979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微信，一个没多。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7709408" cy="1282894"/>
          </a:xfrm>
          <a:prstGeom prst="roundRect">
            <a:avLst>
              <a:gd name="adj" fmla="val 593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282894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2376" y="1911004"/>
            <a:ext cx="125396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22376" y="2329236"/>
            <a:ext cx="125396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481788" y="1911004"/>
            <a:ext cx="75093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481788" y="2329236"/>
            <a:ext cx="75093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538175" y="1911004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538175" y="2329236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265263" y="1911004"/>
            <a:ext cx="125396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265263" y="2329236"/>
            <a:ext cx="125396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22376" y="2428549"/>
            <a:ext cx="1420131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22376" y="2846781"/>
            <a:ext cx="1420131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438875" y="2447586"/>
            <a:ext cx="1094676" cy="410530"/>
          </a:xfrm>
          <a:prstGeom prst="roundRect">
            <a:avLst>
              <a:gd name="adj" fmla="val 11136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8340" y="3207664"/>
            <a:ext cx="7709408" cy="801163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8340" y="3207664"/>
            <a:ext cx="60960" cy="80116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投 流 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" y="894659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把垃圾放大成大垃圾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037" y="1992131"/>
            <a:ext cx="146335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自然流跑不动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9931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0450" y="1992131"/>
            <a:ext cx="960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投抖加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318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6836" y="1992131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内容本来就不行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3406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3924" y="1992131"/>
            <a:ext cx="146336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客资成本更高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819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037" y="2509677"/>
            <a:ext cx="162952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"看来只能靠投"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1302" y="2521830"/>
            <a:ext cx="1276540" cy="491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spc="5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↺ 加大投放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203" y="3364509"/>
            <a:ext cx="4925064" cy="93814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抖加是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放大器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，不是检测工具。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06444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584840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3063237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8340" y="3945049"/>
            <a:ext cx="7709408" cy="54647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3945049"/>
            <a:ext cx="45720" cy="54647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3100" y="521665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投之前，先过这四条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839592"/>
            <a:ext cx="487612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满足不了，一分钱都别烧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1654845"/>
            <a:ext cx="712531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1306" y="1737446"/>
            <a:ext cx="5294402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自然流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跑不过一万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，绝不投 —— 放大器前面必须先有种子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2133241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1306" y="2215842"/>
            <a:ext cx="4399344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单条发出去 24–36 小时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只有三五百播放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，别投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2611637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1306" y="2694238"/>
            <a:ext cx="6894578" cy="5701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先投 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100 块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试水，消耗到二三十的时候看数据，不对就"中止投放"，平台退钱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3090034"/>
            <a:ext cx="759532" cy="6184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1306" y="3172634"/>
            <a:ext cx="7173308" cy="84895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目标选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主页浏览量最大化</a:t>
            </a:r>
            <a:r>
              <a:rPr sz="16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 —— 不是点赞，不是涨粉。让她进主页，靠置顶三条二次转化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9" y="4060593"/>
            <a:ext cx="441881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止损线只有一句：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只涨播放、不涨客资 = 停。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3772103" cy="2657638"/>
          </a:xfrm>
          <a:prstGeom prst="roundRect">
            <a:avLst>
              <a:gd name="adj" fmla="val 2293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60960" cy="265763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625645" y="1690735"/>
            <a:ext cx="3772103" cy="2657638"/>
          </a:xfrm>
          <a:prstGeom prst="roundRect">
            <a:avLst>
              <a:gd name="adj" fmla="val 2293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5645" y="1690735"/>
            <a:ext cx="60960" cy="265763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这两个数字，今晚请记住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6482971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买来的客资，和自己长出来的客资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902" y="1854463"/>
            <a:ext cx="1088107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买 来 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902" y="2151095"/>
            <a:ext cx="2446133" cy="232999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行业常规一条 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240–280 元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大约 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5–10 条成一单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2023 年前几十块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今年一线城市已经两百大几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而且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只涨不跌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8207" y="1854463"/>
            <a:ext cx="14566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自己长出来的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8207" y="2151095"/>
            <a:ext cx="2202848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有 IP 的店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每天约 300 元的投入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 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20 条以上</a:t>
            </a: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高质量咨询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差了将近一个数量级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4505218"/>
            <a:ext cx="7170881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纯投流的本质，是在给平台和对手打工。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回收类目前基本禁投</a:t>
            </a: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，你连这条路都没有。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2368535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236853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8340" y="4293305"/>
            <a:ext cx="7709408" cy="666292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8340" y="4293305"/>
            <a:ext cx="60960" cy="66629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 环 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94659"/>
            <a:ext cx="286047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不在"加钱投"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902" y="1909531"/>
            <a:ext cx="17898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你现在在这儿死推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902" y="2206162"/>
            <a:ext cx="2028397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这条不行，那就多投点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盯着播放量看曲线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"是不是投得还不够"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207" y="1909531"/>
            <a:ext cx="134978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✂ 该剪这儿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8207" y="2206162"/>
            <a:ext cx="2223606" cy="20408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把看板从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播放</a:t>
            </a: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换成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客资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一条视频只问一句：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它带来几个微信？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带不来，投一万也带不来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203" y="4450150"/>
            <a:ext cx="5509508" cy="65112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88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没用就别投 —— 否则你只是</a:t>
            </a:r>
            <a:r>
              <a:rPr sz="19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把垃圾放大成大垃圾</a:t>
            </a:r>
            <a:r>
              <a:rPr sz="192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479823"/>
            <a:ext cx="1373131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914768"/>
            <a:ext cx="1836255" cy="331048"/>
          </a:xfrm>
          <a:prstGeom prst="roundRect">
            <a:avLst>
              <a:gd name="adj" fmla="val 9207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9468" y="1505884"/>
            <a:ext cx="163759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2598" y="1505884"/>
            <a:ext cx="169621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那三十个微信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68" y="1961479"/>
            <a:ext cx="2018118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8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D + 7  到  D + 30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216810"/>
            <a:ext cx="5917733" cy="25969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人都加上了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sz="6240" b="1" i="0" spc="12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然后就没有然后了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4092321"/>
            <a:ext cx="5588237" cy="8610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256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环 07 · 不出镜环 ｜ 环 08 · 比价环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7709408" cy="1432392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76968"/>
            <a:ext cx="45720" cy="1432392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3940101"/>
            <a:ext cx="7709408" cy="801163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8340" y="3940101"/>
            <a:ext cx="60960" cy="80116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100" y="521665"/>
            <a:ext cx="2109216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加上的那三十个人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839592"/>
            <a:ext cx="3670995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她们翻了翻你的号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436" y="1854463"/>
            <a:ext cx="87870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98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现 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8436" y="2151095"/>
            <a:ext cx="4753900" cy="10059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主页往下拉三屏：包、包、表、包、金子、包。</a:t>
            </a:r>
          </a:p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四十几条作品，</a:t>
            </a:r>
            <a:r>
              <a:rPr sz="19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没有一条有你的脸</a:t>
            </a:r>
            <a:r>
              <a:rPr sz="192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3328156"/>
            <a:ext cx="3768438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她关掉页面的时候在想一句话：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203" y="4096946"/>
            <a:ext cx="3643354" cy="938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"这家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到底靠不靠谱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？"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36499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7709408" cy="1282894"/>
          </a:xfrm>
          <a:prstGeom prst="roundRect">
            <a:avLst>
              <a:gd name="adj" fmla="val 593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282894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2376" y="1911004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22376" y="2329236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649464" y="1911004"/>
            <a:ext cx="125396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649464" y="2329236"/>
            <a:ext cx="125396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208876" y="1911004"/>
            <a:ext cx="1253962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208876" y="2329236"/>
            <a:ext cx="1253962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768289" y="1911004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768289" y="2329236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22376" y="2428549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22376" y="2846781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649464" y="2428549"/>
            <a:ext cx="1420131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649464" y="2846781"/>
            <a:ext cx="1420131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165962" y="2447586"/>
            <a:ext cx="1424003" cy="410530"/>
          </a:xfrm>
          <a:prstGeom prst="roundRect">
            <a:avLst>
              <a:gd name="adj" fmla="val 11136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9468" y="549199"/>
            <a:ext cx="90096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5967" y="549199"/>
            <a:ext cx="157220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不 出 镜 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" y="894659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越不敢露脸，越只能拼价格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037" y="1992131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怕说错、怕露脸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7607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8125" y="1992131"/>
            <a:ext cx="146335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只发货不出人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7019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7537" y="1992131"/>
            <a:ext cx="146336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没人建立信任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6432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6950" y="1992131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只能靠低价吸引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3520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037" y="2509677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来的全是比价客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7607" y="2523444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58125" y="2509677"/>
            <a:ext cx="1629529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"客户只认价格"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8391" y="2521830"/>
            <a:ext cx="1605867" cy="491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spc="5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↺ 更不愿意出镜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100" y="3171774"/>
            <a:ext cx="5165661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你不是被客户逼到拼价格的，是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你自己把别的路堵上了</a:t>
            </a: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2478024" cy="1379369"/>
          </a:xfrm>
          <a:prstGeom prst="roundRect">
            <a:avLst>
              <a:gd name="adj" fmla="val 331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04032" y="1690735"/>
            <a:ext cx="2478024" cy="1379369"/>
          </a:xfrm>
          <a:prstGeom prst="roundRect">
            <a:avLst>
              <a:gd name="adj" fmla="val 331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304032" y="1690735"/>
            <a:ext cx="2478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919724" y="1690735"/>
            <a:ext cx="2478024" cy="1379369"/>
          </a:xfrm>
          <a:prstGeom prst="roundRect">
            <a:avLst>
              <a:gd name="adj" fmla="val 3314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19724" y="1690735"/>
            <a:ext cx="2478024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8340" y="3235306"/>
            <a:ext cx="7709408" cy="109015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8340" y="3235306"/>
            <a:ext cx="60960" cy="109015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3100" y="521665"/>
            <a:ext cx="297265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很多人卡在"我还没准备好"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39592"/>
            <a:ext cx="4185852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完整人设 &gt; 完美人设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302" y="1875114"/>
            <a:ext cx="1821619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敢说"我不确定"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302" y="2228856"/>
            <a:ext cx="2144231" cy="91226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"这只我看着没问题，但我不敢打包票，走一趟检测。"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比拍胸脯值钱十倍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3994" y="1875114"/>
            <a:ext cx="18237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敢讲收到过假货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994" y="2228856"/>
            <a:ext cx="1380759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落点必须是：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994" y="2456008"/>
            <a:ext cx="2604605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从那以后我改了什么规矩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9685" y="1875114"/>
            <a:ext cx="1823771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敢讲你没收的货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9685" y="2228856"/>
            <a:ext cx="2163268" cy="91226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"这只我为什么没要" —— 你拒绝过什么，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决定了你是谁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203" y="3399034"/>
            <a:ext cx="4037167" cy="1136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客户信的从来不是一个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完美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的人，</a:t>
            </a:r>
          </a:p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是一个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完整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的人。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36499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2657638"/>
          </a:xfrm>
          <a:prstGeom prst="roundRect">
            <a:avLst>
              <a:gd name="adj" fmla="val 2293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265763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2657638"/>
          </a:xfrm>
          <a:prstGeom prst="roundRect">
            <a:avLst>
              <a:gd name="adj" fmla="val 2293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265763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90096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5967" y="549199"/>
            <a:ext cx="126933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 环 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4467318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不在"把货拍得更好看"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909531"/>
            <a:ext cx="17898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你现在在这儿死推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206162"/>
            <a:ext cx="2223606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换更好的灯、更好的背景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把包拍得像专柜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"等我瘦下来再出镜"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909531"/>
            <a:ext cx="134978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✂ 该剪这儿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206162"/>
            <a:ext cx="2028397" cy="232999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一周出一次镜就够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不用讲专业，讲一件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你做错过的事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三十个人里，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会有三五个因此记住你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704502"/>
            <a:ext cx="7709408" cy="801163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04502"/>
            <a:ext cx="60960" cy="801163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剩下的人，聊起来都一样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407270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翻来覆去只有一句话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1861347"/>
            <a:ext cx="3005134" cy="93814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"你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最低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多少钱？"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820828"/>
            <a:ext cx="3860457" cy="10946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你让了两百。她说再看看。</a:t>
            </a:r>
          </a:p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你又让了三百。她说另一家更便宜。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649417"/>
            <a:ext cx="2995131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最后成了一单。</a:t>
            </a: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利润两百块。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7709408" cy="1282894"/>
          </a:xfrm>
          <a:prstGeom prst="roundRect">
            <a:avLst>
              <a:gd name="adj" fmla="val 5939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1282894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22376" y="1911004"/>
            <a:ext cx="108628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22376" y="2329236"/>
            <a:ext cx="108628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314113" y="1911004"/>
            <a:ext cx="1086286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14113" y="2329236"/>
            <a:ext cx="1086286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705850" y="1911004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705850" y="2329236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32939" y="1911004"/>
            <a:ext cx="1421637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32939" y="2329236"/>
            <a:ext cx="1421637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22376" y="2428549"/>
            <a:ext cx="1589313" cy="448712"/>
          </a:xfrm>
          <a:prstGeom prst="roundRect">
            <a:avLst>
              <a:gd name="adj" fmla="val 10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22376" y="2846781"/>
            <a:ext cx="1589313" cy="304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608056" y="2447586"/>
            <a:ext cx="1753331" cy="410530"/>
          </a:xfrm>
          <a:prstGeom prst="roundRect">
            <a:avLst>
              <a:gd name="adj" fmla="val 11136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比 价 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894659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越降价，来的越是比价的人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037" y="1992131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客户只问价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2256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2774" y="1992131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你降价接住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3994" y="2005898"/>
            <a:ext cx="62498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4511" y="1992131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成了一单没利润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081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1599" y="1992131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更需要低价获客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8169" y="2005898"/>
            <a:ext cx="62498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037" y="2509677"/>
            <a:ext cx="179871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吸引来更多比价客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0484" y="2521830"/>
            <a:ext cx="1935195" cy="491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 spc="5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↺ 越做越像批发市场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100" y="3185541"/>
            <a:ext cx="6107288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这是八个环里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最后一个，也是最贵的一个</a:t>
            </a: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——它吃掉的是你的利润。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704502"/>
            <a:ext cx="7709408" cy="124439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704502"/>
            <a:ext cx="60960" cy="124439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2728722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先搞清楚她到底在要什么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5277839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比价的人，要的不是最低价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1861347"/>
            <a:ext cx="3581572" cy="1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她要的是 ——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一份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"我没吃亏"的证据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3250288"/>
            <a:ext cx="5660727" cy="7319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你降价，只证明了一件事：</a:t>
            </a:r>
            <a:r>
              <a:rPr sz="203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你刚才的报价是虚的</a:t>
            </a:r>
            <a:r>
              <a:rPr sz="2039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3716208"/>
            <a:ext cx="3971068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她不会因此更信你，她会觉得还能再砍。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2478024" cy="1496387"/>
          </a:xfrm>
          <a:prstGeom prst="roundRect">
            <a:avLst>
              <a:gd name="adj" fmla="val 3055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04032" y="1690735"/>
            <a:ext cx="2478024" cy="1496387"/>
          </a:xfrm>
          <a:prstGeom prst="roundRect">
            <a:avLst>
              <a:gd name="adj" fmla="val 3055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304032" y="1690735"/>
            <a:ext cx="2478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919724" y="1690735"/>
            <a:ext cx="2478024" cy="1496387"/>
          </a:xfrm>
          <a:prstGeom prst="roundRect">
            <a:avLst>
              <a:gd name="adj" fmla="val 3055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19724" y="1690735"/>
            <a:ext cx="2478024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8340" y="3366090"/>
            <a:ext cx="7709408" cy="109015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8340" y="3366090"/>
            <a:ext cx="60960" cy="109015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3100" y="521665"/>
            <a:ext cx="293522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不降价，你得拿得出这三样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839592"/>
            <a:ext cx="446022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把"便宜"换成"不吃亏"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302" y="1875114"/>
            <a:ext cx="18237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价格是怎么来的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302" y="2228856"/>
            <a:ext cx="1976126" cy="91226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当着她的面拆开算：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收货价、成本、你赚多少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摊开了讲，反而不砍了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3994" y="1875114"/>
            <a:ext cx="18237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同款卖过什么价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994" y="2228856"/>
            <a:ext cx="2057436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你手上有成交记录，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她手上只有一句"别家更便宜"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9685" y="1875114"/>
            <a:ext cx="143335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出了事找谁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9685" y="2228856"/>
            <a:ext cx="1615393" cy="6851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你的售后是写下来的，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低价那家的售后是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9685" y="2683160"/>
            <a:ext cx="1628561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一句口头承诺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203" y="3529818"/>
            <a:ext cx="5089466" cy="11363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标准回答，一个字都不用改：</a:t>
            </a:r>
          </a:p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"我们家</a:t>
            </a:r>
            <a:r>
              <a:rPr sz="22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都是开票的</a:t>
            </a:r>
            <a:r>
              <a:rPr sz="228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，价钱就是这个价钱。"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6442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45802"/>
            <a:ext cx="60960" cy="2368535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625645" y="1745802"/>
            <a:ext cx="3772103" cy="2368535"/>
          </a:xfrm>
          <a:prstGeom prst="roundRect">
            <a:avLst>
              <a:gd name="adj" fmla="val 2573"/>
            </a:avLst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625645" y="1745802"/>
            <a:ext cx="60960" cy="236853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468" y="549199"/>
            <a:ext cx="9087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环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3711" y="549199"/>
            <a:ext cx="1269333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破 环 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94659"/>
            <a:ext cx="3663896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不在"再让一百块"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902" y="1909531"/>
            <a:ext cx="178989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你现在在这儿死推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02" y="2206162"/>
            <a:ext cx="2028397" cy="17517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先让两百试试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"这一单先做了再说"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结果引来一群同样的人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8207" y="1909531"/>
            <a:ext cx="1349783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132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✂ 该剪这儿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8207" y="2206162"/>
            <a:ext cx="2028505" cy="20408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价钱不动，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把证据摊开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丢掉的那几个，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本来也不是你的客户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留下的那几个，</a:t>
            </a: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会复购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4271182"/>
            <a:ext cx="3179154" cy="5617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7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合规和透明不是成本，是</a:t>
            </a:r>
            <a:r>
              <a:rPr sz="15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定价权</a:t>
            </a:r>
            <a:r>
              <a:rPr sz="156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523138"/>
            <a:ext cx="769543" cy="311044"/>
          </a:xfrm>
          <a:prstGeom prst="roundRect">
            <a:avLst>
              <a:gd name="adj" fmla="val 979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88340" y="1773336"/>
            <a:ext cx="1824101" cy="1571996"/>
          </a:xfrm>
          <a:prstGeom prst="roundRect">
            <a:avLst>
              <a:gd name="adj" fmla="val 3877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773336"/>
            <a:ext cx="1824101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2650109" y="1773336"/>
            <a:ext cx="1824101" cy="1571996"/>
          </a:xfrm>
          <a:prstGeom prst="roundRect">
            <a:avLst>
              <a:gd name="adj" fmla="val 3877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2650109" y="1773336"/>
            <a:ext cx="1824101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611878" y="1773336"/>
            <a:ext cx="1824101" cy="1571996"/>
          </a:xfrm>
          <a:prstGeom prst="roundRect">
            <a:avLst>
              <a:gd name="adj" fmla="val 3877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611878" y="1773336"/>
            <a:ext cx="1824101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573647" y="1773336"/>
            <a:ext cx="1824101" cy="1571996"/>
          </a:xfrm>
          <a:prstGeom prst="roundRect">
            <a:avLst>
              <a:gd name="adj" fmla="val 3877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73647" y="1773336"/>
            <a:ext cx="1824101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9468" y="549199"/>
            <a:ext cx="1034007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72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 + 90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9010" y="549199"/>
            <a:ext cx="334822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三个月后，我们回头看这条视频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894659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它到底给你带来了什么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068" y="1964598"/>
            <a:ext cx="778891" cy="4743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播放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068" y="2418902"/>
            <a:ext cx="1528106" cy="11185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71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47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3837" y="1964598"/>
            <a:ext cx="1100475" cy="4743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加上微信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3837" y="2418902"/>
            <a:ext cx="974316" cy="11185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71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30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3837" y="2977748"/>
            <a:ext cx="611216" cy="3909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5606" y="1964598"/>
            <a:ext cx="778892" cy="4743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成交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5606" y="2418902"/>
            <a:ext cx="634663" cy="11185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71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5606" y="2977748"/>
            <a:ext cx="611216" cy="3909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7375" y="1964598"/>
            <a:ext cx="778892" cy="4743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1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利润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7375" y="2418902"/>
            <a:ext cx="1232873" cy="11185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719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200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7375" y="2977748"/>
            <a:ext cx="611216" cy="3909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100" y="3515944"/>
            <a:ext cx="3843033" cy="8684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那三十个人还在你微信里，头像都没换过。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她们不是走了，是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被你自己一个一个漏掉的</a:t>
            </a: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219652"/>
            <a:ext cx="7709408" cy="1749029"/>
          </a:xfrm>
          <a:prstGeom prst="roundRect">
            <a:avLst>
              <a:gd name="adj" fmla="val 5228"/>
            </a:avLst>
          </a:prstGeom>
          <a:solidFill>
            <a:srgbClr val="EC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219652"/>
            <a:ext cx="7620" cy="1749029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8340" y="1219652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8340" y="2961061"/>
            <a:ext cx="7709408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390128" y="1219652"/>
            <a:ext cx="7620" cy="1749029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3100" y="521665"/>
            <a:ext cx="231571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如果今晚只带走一句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853" y="1472865"/>
            <a:ext cx="3977521" cy="4663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spc="33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四 十 七 万 播 放 已 经 证 明 过 一 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853" y="1776380"/>
            <a:ext cx="2599181" cy="14452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你不是不会拍。</a:t>
            </a:r>
          </a:p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你是</a:t>
            </a:r>
            <a:r>
              <a:rPr sz="31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接不住</a:t>
            </a:r>
            <a:r>
              <a:rPr sz="31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3139293"/>
            <a:ext cx="3394859" cy="904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会拍是一件很难的事，你已经做到了。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接住是八件小事，你一件都没做。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1676968"/>
            <a:ext cx="2929532" cy="455595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17323"/>
            <a:ext cx="2929532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617872" y="1676968"/>
            <a:ext cx="4779876" cy="455595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617872" y="2117323"/>
            <a:ext cx="477987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8340" y="2622500"/>
            <a:ext cx="2929532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617872" y="2622500"/>
            <a:ext cx="477987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8340" y="3127677"/>
            <a:ext cx="2929532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17872" y="3127677"/>
            <a:ext cx="477987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8340" y="3632854"/>
            <a:ext cx="2929532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617872" y="3632854"/>
            <a:ext cx="477987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8340" y="4138031"/>
            <a:ext cx="2929532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617872" y="4138031"/>
            <a:ext cx="477987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88340" y="4643208"/>
            <a:ext cx="2929532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617872" y="4643208"/>
            <a:ext cx="477987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8340" y="5148385"/>
            <a:ext cx="2929532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617872" y="5148385"/>
            <a:ext cx="477987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8340" y="5653562"/>
            <a:ext cx="2929532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617872" y="5653562"/>
            <a:ext cx="4779876" cy="1524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3100" y="521665"/>
            <a:ext cx="3554730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刚才是按时间讲的，现在按链条记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100" y="839592"/>
            <a:ext cx="4474417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客资是这么一路漏掉的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68" y="1771863"/>
            <a:ext cx="1631035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客资链上的位置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0300" y="1771863"/>
            <a:ext cx="129568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卡在哪个环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768" y="2227458"/>
            <a:ext cx="143335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人根本没来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0300" y="2227458"/>
            <a:ext cx="2756686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01 玄学环  ·  05 掉标签环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768" y="2732635"/>
            <a:ext cx="2214188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人来了，但不是买家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0300" y="2732635"/>
            <a:ext cx="134580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02 泛粉环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768" y="3237812"/>
            <a:ext cx="2214188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是买家，但不想找你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0300" y="3237812"/>
            <a:ext cx="1530795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07 不出镜环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768" y="3742989"/>
            <a:ext cx="2018979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想找你，找不到你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300" y="3742989"/>
            <a:ext cx="134580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04 封号环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768" y="4248165"/>
            <a:ext cx="2018979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找到了，你没接住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0300" y="4248166"/>
            <a:ext cx="1736221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03 私信漏斗环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768" y="4753342"/>
            <a:ext cx="1823770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接住了，掉了价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0300" y="4753343"/>
            <a:ext cx="134580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08 比价环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768" y="5258519"/>
            <a:ext cx="143335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干脆花钱买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0300" y="5258520"/>
            <a:ext cx="134580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06 投流环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8340" y="1690735"/>
            <a:ext cx="2478024" cy="2632148"/>
          </a:xfrm>
          <a:prstGeom prst="roundRect">
            <a:avLst>
              <a:gd name="adj" fmla="val 1845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1690735"/>
            <a:ext cx="2478024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04032" y="1690735"/>
            <a:ext cx="2478024" cy="2632148"/>
          </a:xfrm>
          <a:prstGeom prst="roundRect">
            <a:avLst>
              <a:gd name="adj" fmla="val 1845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304032" y="1690735"/>
            <a:ext cx="2478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919724" y="1690735"/>
            <a:ext cx="2478024" cy="2632148"/>
          </a:xfrm>
          <a:prstGeom prst="roundRect">
            <a:avLst>
              <a:gd name="adj" fmla="val 1845"/>
            </a:avLst>
          </a:prstGeom>
          <a:solidFill>
            <a:srgbClr val="F3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19724" y="1690735"/>
            <a:ext cx="2478024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3100" y="521665"/>
            <a:ext cx="2935224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回到你开场写的那三个数字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839592"/>
            <a:ext cx="6081260" cy="10790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哪一个最难看，你就卡在哪一段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302" y="1875114"/>
            <a:ext cx="1695244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播放就不高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302" y="2228856"/>
            <a:ext cx="919033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你卡在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302" y="2456008"/>
            <a:ext cx="1042934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前半段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302" y="3027330"/>
            <a:ext cx="1903528" cy="91226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环 01 玄学 · 环 05 掉标签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·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问题在"你根本没在发作品"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3994" y="1875114"/>
            <a:ext cx="208566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播放高，微信少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994" y="2228856"/>
            <a:ext cx="919033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你卡在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994" y="2456008"/>
            <a:ext cx="847725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中间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3994" y="3027330"/>
            <a:ext cx="2144231" cy="13665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环 02 泛粉 · 环 07 不出镜 · 环 04 封号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·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问题在"来的人不对，或不敢找你"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9685" y="1875114"/>
            <a:ext cx="2085662" cy="6060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③ 微信有，成交零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9685" y="2228856"/>
            <a:ext cx="919033" cy="4579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你卡在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9685" y="2456008"/>
            <a:ext cx="847725" cy="59537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最后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9685" y="3027330"/>
            <a:ext cx="1768764" cy="91226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环 03 私信 · 环 08 比价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·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问题在"到手了没接住"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100" y="4479727"/>
            <a:ext cx="5542204" cy="58046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八个环不用一起堵。</a:t>
            </a:r>
            <a:r>
              <a:rPr sz="162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先剪最难看的那一个数字对应的那一刀。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8340" y="2106750"/>
            <a:ext cx="7709408" cy="2574069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88340" y="2106750"/>
            <a:ext cx="60960" cy="2574069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3100" y="521665"/>
            <a:ext cx="1283208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spc="36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最后一句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839592"/>
            <a:ext cx="3691706" cy="15501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圈是自己转起来的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479" b="1" i="0" spc="22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所以也只能自己剪断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03" y="2263596"/>
            <a:ext cx="5182285" cy="2711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在圈里的人，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发得越多，圈转得越快。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破环点永远只有一个，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而且永远不在</a:t>
            </a:r>
            <a:r>
              <a:rPr sz="2760" b="1" i="0" spc="22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你正在使劲的那一环</a:t>
            </a:r>
            <a:r>
              <a:rPr sz="2760" b="1" i="0" spc="22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5023516"/>
            <a:ext cx="3496651" cy="5106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spc="22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一周一课 · 2026.09.02 · 闫亚老师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你不是短视频拿不到客资，你是卡在一个圈里出不来</dc:title>
  <dc:subject/>
  <dc:creator>闫亚</dc:creator>
  <cp:keywords/>
  <dc:description>一周一课 · 2026.09.02 · 可编辑版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