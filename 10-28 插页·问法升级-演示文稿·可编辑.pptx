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把问法升一级（约 1 分 30 秒，插在第 9 页“三个阶段”后面）</a:t>
            </a:r>
          </a:p>
          <a:p/>
          <a:p>
            <a:r>
              <a:t>要讲清楚的事：从 1.0 到 2.0，不用换工具，换个问法就行。区别就两样：先说你的情况，再换一个问法。</a:t>
            </a:r>
          </a:p>
          <a:p/>
          <a:p>
            <a:r>
              <a:t>“左边是大部分人现在的问法：要一个答案。右边是同一件事，换成让它帮你想。”</a:t>
            </a:r>
          </a:p>
          <a:p>
            <a:r>
              <a:t>“第一行：你问它回收价多少，它会编一个数给你，前面讲过。换个问法：我收了一只中号九成新、配件齐，定价要看哪几方面？它就不给你瞎报价了，它帮你把依据理清楚，价格你自己定。”</a:t>
            </a:r>
          </a:p>
          <a:p>
            <a:r>
              <a:t>“第二行：你说帮我写一条朋友圈，它写一条谁都能发的。先告诉它你的客户是谁，再问她们为什么会想买，它就会先想角度，再动笔。”</a:t>
            </a:r>
          </a:p>
          <a:p>
            <a:r>
              <a:t>“第三行、第四行一样：先说你的情况，再问为什么、有哪几种、断在哪一步。”</a:t>
            </a:r>
          </a:p>
          <a:p/>
          <a:p>
            <a:r>
              <a:t>过渡：“右边这些问法里，有几个词是反复出现的，下一页把它们拎出来。”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六个引导词，逼 AI 帮你想（约 1 分 30 秒）</a:t>
            </a:r>
          </a:p>
          <a:p/>
          <a:p>
            <a:r>
              <a:t>要讲清楚的事：问 AI 别只问“是什么”，加上这六个词，它就从回答问题变成帮你想问题。</a:t>
            </a:r>
          </a:p>
          <a:p/>
          <a:p>
            <a:r>
              <a:t>逐个念，每个配一句店里的例子：</a:t>
            </a:r>
          </a:p>
          <a:p>
            <a:r>
              <a:t>“为什么：找原因。为什么我的朋友圈点赞多、私聊少？”</a:t>
            </a:r>
          </a:p>
          <a:p>
            <a:r>
              <a:t>“怎么做：要步骤。分几步？第一步做什么？”</a:t>
            </a:r>
          </a:p>
          <a:p>
            <a:r>
              <a:t>“如果：推演后果。如果双 11 我降价 10%，会怎样？”</a:t>
            </a:r>
          </a:p>
          <a:p>
            <a:r>
              <a:t>“有哪几种：要多个方案。给我 3 种做法，各有什么坑。”</a:t>
            </a:r>
          </a:p>
          <a:p>
            <a:r>
              <a:t>“我漏了什么：找盲点。站在客户的角度，挑我这个方案的毛病。”</a:t>
            </a:r>
          </a:p>
          <a:p>
            <a:r>
              <a:t>“先问我：让它先了解你。先别答，一次问我一个问题。这个最好用，等会儿演示 1 就用它。”</a:t>
            </a:r>
          </a:p>
          <a:p/>
          <a:p>
            <a:r>
              <a:t>“记住一个前提：先说你的情况，再用引导词。不说情况，它的‘为什么’也只能答得跟谁都一样。”</a:t>
            </a:r>
          </a:p>
          <a:p>
            <a:r>
              <a:t>“很多工具都有‘深度思考’按钮，打开以后能看到它是怎么一步步想的。”</a:t>
            </a:r>
          </a:p>
          <a:p/>
          <a:p>
            <a:r>
              <a:t>互动：“这六个词，你平时用过哪个？打序号。”</a:t>
            </a:r>
          </a:p>
          <a:p/>
          <a:p>
            <a:r>
              <a:t>注意：“深度思考”按钮的名字各家不一样，课前在你常用的工具里确认一下。</a:t>
            </a:r>
          </a:p>
          <a:p/>
          <a:p>
            <a:r>
              <a:t>过渡：“好，问法升级了，接下来看 3.0 能干到哪一步。”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从 1.0 到 2.0，不用换工具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把问法升一级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73352"/>
            <a:ext cx="291693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12264"/>
            <a:ext cx="2916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773936"/>
            <a:ext cx="2670048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1.0 问法：要答案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1673352"/>
            <a:ext cx="4773168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1880" y="2112264"/>
            <a:ext cx="477316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9896" y="1773936"/>
            <a:ext cx="452628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2.0 问法：让它帮你想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203704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LV Neverfull 回收价多少？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9896" y="2203704"/>
            <a:ext cx="45262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我收了一只中号，九成新、配件齐。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定价要看哪几方面？每样怎么影响价格？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16352"/>
            <a:ext cx="2916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2816352"/>
            <a:ext cx="477316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898648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帮我写一条朋友圈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898648"/>
            <a:ext cx="45262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我的客户是 30 岁左右的上班族。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她们为什么会想买这只托特？给我 3 个角度，再写。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11296"/>
            <a:ext cx="2916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3511296"/>
            <a:ext cx="477316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593592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双 11 怎么搞活动？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9896" y="3593592"/>
            <a:ext cx="45262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我有 8 只货超过 30 天。双 11 有哪几种做法？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各有什么坑？先问我几个问题。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206240"/>
            <a:ext cx="2916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11880" y="4206240"/>
            <a:ext cx="477316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4288536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私聊话术有哪些？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9896" y="4288536"/>
            <a:ext cx="45262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这段聊天（已删名字电话），客户问完价就不回了。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为什么？断在哪一步？下次怎么接？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901184"/>
            <a:ext cx="2916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11880" y="4901184"/>
            <a:ext cx="477316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5093208"/>
            <a:ext cx="7708392" cy="3764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区别就两样：先说你的情况，再换一个问法。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问 AI 别只问“是什么”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六个引导词，逼 AI 帮你想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478023" cy="148132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2478023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837944"/>
            <a:ext cx="457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03120"/>
            <a:ext cx="2203703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为什么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32888"/>
            <a:ext cx="2203703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找原因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825496"/>
            <a:ext cx="2203703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为什么点赞多、私聊少？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0983" y="1691640"/>
            <a:ext cx="2478023" cy="148132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00983" y="1691640"/>
            <a:ext cx="2478023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5" y="1837944"/>
            <a:ext cx="457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5" y="2103120"/>
            <a:ext cx="2203703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怎么做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5" y="2532888"/>
            <a:ext cx="2203703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要步骤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5" y="2825496"/>
            <a:ext cx="2203703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分几步？第一步做什么？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16167" y="1691640"/>
            <a:ext cx="2478023" cy="148132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16167" y="1691640"/>
            <a:ext cx="2478023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59" y="1837944"/>
            <a:ext cx="457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2103120"/>
            <a:ext cx="2203703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如果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2532888"/>
            <a:ext cx="2203703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推演后果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2825496"/>
            <a:ext cx="2203703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如果降价 10%，会怎样？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310128"/>
            <a:ext cx="2478023" cy="148132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310128"/>
            <a:ext cx="2478023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3456432"/>
            <a:ext cx="457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721608"/>
            <a:ext cx="2203703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有哪几种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4151376"/>
            <a:ext cx="2203703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要多个方案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443984"/>
            <a:ext cx="2203703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给我 3 种，各有什么坑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00983" y="3310128"/>
            <a:ext cx="2478023" cy="148132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00983" y="3310128"/>
            <a:ext cx="2478023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5575" y="3456432"/>
            <a:ext cx="457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5575" y="3721608"/>
            <a:ext cx="2203703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我漏了什么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5575" y="4151376"/>
            <a:ext cx="2203703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找盲点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65575" y="4443984"/>
            <a:ext cx="2203703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站在客户角度挑我的毛病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16167" y="3310128"/>
            <a:ext cx="2478023" cy="148132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16167" y="3310128"/>
            <a:ext cx="2478023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59" y="3456432"/>
            <a:ext cx="457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59" y="3721608"/>
            <a:ext cx="2203703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先问我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59" y="4151376"/>
            <a:ext cx="2203703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让它了解你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59" y="4443984"/>
            <a:ext cx="2203703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先别答，一次问我一个问题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974336"/>
            <a:ext cx="7708392" cy="1021080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" y="4974336"/>
            <a:ext cx="64008" cy="10210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5138928"/>
            <a:ext cx="7251192" cy="40843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先说你的情况，再用引导词。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538216"/>
            <a:ext cx="725119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很多工具有“深度思考”按钮，打开能看到它是怎么一步步想的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你不是短视频拿不到客资，你是卡在一个圈里出不来</dc:title>
  <dc:subject/>
  <dc:creator>闫亚</dc:creator>
  <cp:keywords/>
  <dc:description>一周一课 · 2026.09.02 · 可编辑版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