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9F5"/>
            </a:gs>
            <a:gs pos="100000">
              <a:srgbClr val="F3ECD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108765"/>
            <a:ext cx="2097824" cy="317282"/>
          </a:xfrm>
          <a:prstGeom prst="roundRect">
            <a:avLst>
              <a:gd name="adj" fmla="val 960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97001" y="1148592"/>
            <a:ext cx="230722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一周一课 · 2026.09.02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1486524"/>
            <a:ext cx="5468483" cy="310544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还剩四个月</a:t>
            </a:r>
          </a:p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把你的获客短视频</a:t>
            </a:r>
          </a:p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重新捋一遍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3973152"/>
            <a:ext cx="6278190" cy="75572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破圈 · 获客 · 人设 —— 看看你还有哪儿没使上劲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4828737"/>
            <a:ext cx="3873087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开学了，人也该归心了 ｜ 闫亚老师 主讲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先说点跟课程没关系的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3100" y="839592"/>
            <a:ext cx="3110597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今天是 9 月 2 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孩子开学了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2036443"/>
            <a:ext cx="5897022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家里有孩子的，这个时间段基本都是围着孩子转的。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502364"/>
            <a:ext cx="3785277" cy="90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没孩子的可能正常一些。但不管哪一种——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今天开始，人得收回来了。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344306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60960" cy="134430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我前段时间不在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我去荷兰玩了一圈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33813"/>
            <a:ext cx="2148473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78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说这个不是为了炫耀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73143"/>
            <a:ext cx="5263964" cy="6434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是因为我每年到了一定的时候，</a:t>
            </a:r>
            <a:r>
              <a:rPr sz="180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一定会出去走一趟</a:t>
            </a:r>
            <a:r>
              <a:rPr sz="180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436" y="2534522"/>
            <a:ext cx="2756255" cy="6434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不是奖励自己，是</a:t>
            </a:r>
            <a:r>
              <a:rPr sz="180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必须</a:t>
            </a:r>
            <a:r>
              <a:rPr sz="180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732035"/>
            <a:ext cx="894842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32035"/>
            <a:ext cx="894842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929933" y="1732035"/>
            <a:ext cx="894842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929933" y="1732035"/>
            <a:ext cx="894842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171526" y="1732035"/>
            <a:ext cx="1283969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71526" y="1732035"/>
            <a:ext cx="128396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这些年我摸出来的一件事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心力，真的非常重要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304" y="1875114"/>
            <a:ext cx="1001634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做得累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72" y="2180027"/>
            <a:ext cx="737591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硬扛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543" y="1974923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0565" y="1875114"/>
            <a:ext cx="820192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懈怠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1723" y="2180027"/>
            <a:ext cx="1017874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拖着不动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2136" y="1974923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6722" y="1875114"/>
            <a:ext cx="820192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内耗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7721" y="2180027"/>
            <a:ext cx="1438300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自己跟自己较劲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2710049"/>
            <a:ext cx="4761321" cy="90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一件事你做得累了，就会开始懈怠；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懈怠久了，就是内耗。这个过程很多人是察觉不到的。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所以我的办法很简单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把绷紧的弦，先松一下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2948514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松完再重新投入，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你会发现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激情无限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264055"/>
            <a:ext cx="5660727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思路会更活跃，想法和选题的灵感——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源源不断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729975"/>
            <a:ext cx="5537795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你会觉得脑子突然又能转了。这个东西装不出来，只能歇出来。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648388"/>
            <a:ext cx="7709408" cy="109015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648388"/>
            <a:ext cx="60960" cy="109015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好，歇完了，进正题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2888284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从 9 月到过年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还剩四个月左右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2036443"/>
            <a:ext cx="7079676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所有人都归心了。这四个月，是今年最后一段能出成绩的时间。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03" y="2812116"/>
            <a:ext cx="3509081" cy="1136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这四个月，</a:t>
            </a:r>
          </a:p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我们要把自己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重新规整一遍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161818"/>
            <a:ext cx="7709408" cy="1790329"/>
          </a:xfrm>
          <a:prstGeom prst="roundRect">
            <a:avLst>
              <a:gd name="adj" fmla="val 340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61818"/>
            <a:ext cx="60960" cy="179032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今天这堂课只干一件事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289995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把获客类的短视频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重新梳理一遍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902" y="2325546"/>
            <a:ext cx="14566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不是学新东西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902" y="2622178"/>
            <a:ext cx="2418814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是回头看你自己的账号——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查漏补缺在哪里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还有哪儿没用力、没发功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718269"/>
            <a:ext cx="1855076" cy="1310535"/>
          </a:xfrm>
          <a:prstGeom prst="roundRect">
            <a:avLst>
              <a:gd name="adj" fmla="val 465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18269"/>
            <a:ext cx="1855076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639784" y="1718269"/>
            <a:ext cx="1855076" cy="1310535"/>
          </a:xfrm>
          <a:prstGeom prst="roundRect">
            <a:avLst>
              <a:gd name="adj" fmla="val 465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639784" y="1718269"/>
            <a:ext cx="1855076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591228" y="1718269"/>
            <a:ext cx="1855076" cy="1310535"/>
          </a:xfrm>
          <a:prstGeom prst="roundRect">
            <a:avLst>
              <a:gd name="adj" fmla="val 465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91228" y="1718269"/>
            <a:ext cx="1855076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42671" y="1718269"/>
            <a:ext cx="1855077" cy="1310535"/>
          </a:xfrm>
          <a:prstGeom prst="roundRect">
            <a:avLst>
              <a:gd name="adj" fmla="val 465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42671" y="1718269"/>
            <a:ext cx="1855077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今晚走这四段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567955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从脑子里的坑，走到手上的活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535" y="1888881"/>
            <a:ext cx="1141345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68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PART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535" y="2143566"/>
            <a:ext cx="1238143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两个误区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535" y="2476658"/>
            <a:ext cx="1617866" cy="6133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先把脑子里两个错的念头拿掉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5979" y="1888881"/>
            <a:ext cx="1167481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68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PART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5979" y="2143566"/>
            <a:ext cx="1238143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三类内容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5979" y="2476658"/>
            <a:ext cx="1634046" cy="41371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破圈 · 获客 · 人设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23" y="1888881"/>
            <a:ext cx="1167481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68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PART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23" y="2143566"/>
            <a:ext cx="1238143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引流边界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23" y="2476658"/>
            <a:ext cx="1568177" cy="6133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个人号和蓝V，各自能做什么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8866" y="1888881"/>
            <a:ext cx="1167481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68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PART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8866" y="2143566"/>
            <a:ext cx="140743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Dou+ 投放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8866" y="2476658"/>
            <a:ext cx="1718583" cy="41371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什么时候投，怎么投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079862"/>
            <a:ext cx="134172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9468" y="2105923"/>
            <a:ext cx="160619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01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1193" y="2105923"/>
            <a:ext cx="12832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账号运营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375666"/>
            <a:ext cx="4838377" cy="18381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两个心理误区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3492390"/>
            <a:ext cx="5882180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一个让你原地打转，一个让你一次废号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71318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9468" y="549199"/>
            <a:ext cx="97765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误区一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2652" y="549199"/>
            <a:ext cx="157220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迷 信 玄 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94659"/>
            <a:ext cx="4093417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拿不到客资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就开始怀疑账号有问题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2091510"/>
            <a:ext cx="7164750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这是最常见的一条路：没客资 → 觉得号有毛病 → 上网找原因。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557431"/>
            <a:ext cx="436148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然后你就会搜到一堆听起来很有道理的说法。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63202"/>
            <a:ext cx="1504238" cy="448712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63202"/>
            <a:ext cx="1504238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275179" y="1663202"/>
            <a:ext cx="2644301" cy="448712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275179" y="1663202"/>
            <a:ext cx="2644301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02081" y="1663202"/>
            <a:ext cx="2476626" cy="448712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02081" y="1663202"/>
            <a:ext cx="2476626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8340" y="2208281"/>
            <a:ext cx="1671913" cy="448711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8340" y="2208281"/>
            <a:ext cx="1671913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442854" y="2208281"/>
            <a:ext cx="1168887" cy="448711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442854" y="2208281"/>
            <a:ext cx="1168887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694342" y="2208281"/>
            <a:ext cx="1001212" cy="448711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694342" y="2208281"/>
            <a:ext cx="1001212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778155" y="2208281"/>
            <a:ext cx="1058646" cy="448711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78155" y="2208281"/>
            <a:ext cx="1058646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3100" y="521665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你大概率听过这些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" y="839592"/>
            <a:ext cx="486902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行业里流传的那些"玄学"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02" y="1771863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要多刷同行的号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5140" y="1771863"/>
            <a:ext cx="277109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同一个公司的 WiFi 不能发视频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2042" y="1771863"/>
            <a:ext cx="26034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同一个 WiFi 下不能有多个号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302" y="2316942"/>
            <a:ext cx="179871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要多刷同行的视频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2816" y="2316942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养号打标签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4304" y="2316942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互关互赞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116" y="2316942"/>
            <a:ext cx="118544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…… 等等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100" y="2827604"/>
            <a:ext cx="4977120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这些说法的共同点：听上去都能解释你为什么没流量。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75585"/>
            <a:ext cx="7709408" cy="15389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75585"/>
            <a:ext cx="60960" cy="15389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我先退一步说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289995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如果你确实信玄学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那就只干一件事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2332429"/>
            <a:ext cx="4013505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这个号怎么搞都没流量 ——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直接换号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03" y="3308367"/>
            <a:ext cx="3904063" cy="441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没有第二条路径。别再研究 WiFi、别再刷同行了。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161818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61818"/>
            <a:ext cx="60960" cy="2079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2161818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2161818"/>
            <a:ext cx="60960" cy="207943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但我得把话说透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4093417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换号有用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跟玄学一点关系都没有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902" y="2325546"/>
            <a:ext cx="14566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你以为的原因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902" y="2622178"/>
            <a:ext cx="1221856" cy="11735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这个号"脏了"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WiFi 有问题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权重被压了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8207" y="2325546"/>
            <a:ext cx="12900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真实的原因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8207" y="2622178"/>
            <a:ext cx="2223606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你之前那个号，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标签错了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换号之所以有效，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只是因为标签重新开始了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75585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75585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所以这里有个坑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289995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标签是歪的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换十个号还是歪的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2332429"/>
            <a:ext cx="3267624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换完号，你一定要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把自己的标签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掰回来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714487"/>
            <a:ext cx="4035492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不然你只是把同一个错误，重新做了一遍。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71318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9468" y="549199"/>
            <a:ext cx="97765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误区二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2652" y="549199"/>
            <a:ext cx="308622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为 了 播 放 量 跑 偏 标 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94659"/>
            <a:ext cx="3289995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播放量几十、几百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人是会崩的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2091510"/>
            <a:ext cx="7079676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拿不到客资，号一直没流量，发一条几十个播放——信心大减。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557431"/>
            <a:ext cx="533774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于是你就想：我先拍条能破播放量的，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出去也好吹个牛</a:t>
            </a: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49772"/>
            <a:ext cx="7709408" cy="1432393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49772"/>
            <a:ext cx="45720" cy="1432393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这条路确实走得通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搞笑段子、狗血故事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1565361"/>
            <a:ext cx="4714690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流量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确实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可以做上去。这一点我不骗你。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327267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436" y="2623898"/>
            <a:ext cx="4085673" cy="1005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播放从两百，涨到二十万。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那一晚上你可能是这半年最开心的一晚。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75585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75585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但代价在第二天才出现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2888284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视频爆的那一刻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你的账号就废了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2332429"/>
            <a:ext cx="2948406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因为你把自己的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精准标签全跑完了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714487"/>
            <a:ext cx="4219469" cy="86849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系统重新认识了你：它现在觉得你是个讲段子的。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后面再发包，它不知道该推给谁。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161818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61818"/>
            <a:ext cx="60960" cy="1790329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2161818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2161818"/>
            <a:ext cx="60960" cy="1790329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4199949"/>
            <a:ext cx="7709408" cy="54647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4199949"/>
            <a:ext cx="45720" cy="54647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这两个误区放一起看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3289995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一个让你原地打转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一个让你一次废号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2325546"/>
            <a:ext cx="151218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误区一 · 玄学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622178"/>
            <a:ext cx="1833188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你花了三个月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研究不该研究的东西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代价：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2325546"/>
            <a:ext cx="1845280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误区二 · 跑偏标签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622178"/>
            <a:ext cx="1833188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你花了一晚上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拿到一个没用的爆款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代价：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整个账号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4315494"/>
            <a:ext cx="5337638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两个误区的根子是同一个：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你盯的是播放量，不是客资。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079862"/>
            <a:ext cx="1373131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9468" y="2105923"/>
            <a:ext cx="163759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2598" y="2105923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短视频的三大核心内容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375666"/>
            <a:ext cx="6593751" cy="18381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破圈 · 获客 · 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3492390"/>
            <a:ext cx="6201290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三类内容，三个任务，缺一个都成不了单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732035"/>
            <a:ext cx="1283969" cy="993253"/>
          </a:xfrm>
          <a:prstGeom prst="roundRect">
            <a:avLst>
              <a:gd name="adj" fmla="val 460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32035"/>
            <a:ext cx="128396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319060" y="1732035"/>
            <a:ext cx="1143828" cy="993253"/>
          </a:xfrm>
          <a:prstGeom prst="roundRect">
            <a:avLst>
              <a:gd name="adj" fmla="val 460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319060" y="1732035"/>
            <a:ext cx="114382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09639" y="1732035"/>
            <a:ext cx="894842" cy="993253"/>
          </a:xfrm>
          <a:prstGeom prst="roundRect">
            <a:avLst>
              <a:gd name="adj" fmla="val 510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09639" y="1732035"/>
            <a:ext cx="894842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先把关系捋清楚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它们是一条流水线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535" y="1875114"/>
            <a:ext cx="820192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破圈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535" y="2180027"/>
            <a:ext cx="1057300" cy="6423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放大流量</a:t>
            </a:r>
          </a:p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吸引大基数进来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670" y="2081616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4238" y="1875114"/>
            <a:ext cx="820192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5255" y="2180027"/>
            <a:ext cx="917158" cy="6423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从大基数里</a:t>
            </a:r>
          </a:p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筛出精准客户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249" y="2081616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0270" y="1875114"/>
            <a:ext cx="820192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1554" y="2180027"/>
            <a:ext cx="496732" cy="6423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高转化</a:t>
            </a:r>
          </a:p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高成交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2923434"/>
            <a:ext cx="4219469" cy="86849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很多人只做中间那一段，所以永远缺人；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也有人只做第一段，所以人很多但一个都不成交。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930550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9468" y="549199"/>
            <a:ext cx="11950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 · 破圈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017" y="549199"/>
            <a:ext cx="187496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泛 流 量 筛 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94659"/>
            <a:ext cx="4093417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破圈，是把人群的口子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稍微打开一点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2091510"/>
            <a:ext cx="5187494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讲一些偏泛人群的话题，让更多人能刷到你。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557431"/>
            <a:ext cx="414067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但"打开一点"这四个字，是全场最要紧的。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732035"/>
            <a:ext cx="1424111" cy="993253"/>
          </a:xfrm>
          <a:prstGeom prst="roundRect">
            <a:avLst>
              <a:gd name="adj" fmla="val 460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32035"/>
            <a:ext cx="1424111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459202" y="1838728"/>
            <a:ext cx="1210188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459202" y="1838728"/>
            <a:ext cx="121018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2849190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2849190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破圈到底破到哪儿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只往上推一级，就够了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775" y="1875114"/>
            <a:ext cx="154596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你的目标人群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535" y="2180027"/>
            <a:ext cx="1197441" cy="6423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手里有奢侈品</a:t>
            </a:r>
          </a:p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或想买奢侈品的人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9812" y="2081616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5397" y="1981806"/>
            <a:ext cx="1364518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往上推一级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8648" y="2286719"/>
            <a:ext cx="1158016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高净值人群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9" y="2964734"/>
            <a:ext cx="508069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破圈的定义：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往上推一级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 —— 不是推到全国老百姓。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75585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75585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推过头会怎么样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093417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破到全国老百姓那么大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就是大海捞针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2332429"/>
            <a:ext cx="3694394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十万个人里面选一个 ——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根本筛不出来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714487"/>
            <a:ext cx="4035492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你不是没流量，你是流量里没有你要的人。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2478024" cy="1152217"/>
          </a:xfrm>
          <a:prstGeom prst="roundRect">
            <a:avLst>
              <a:gd name="adj" fmla="val 3968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04032" y="1690735"/>
            <a:ext cx="2478024" cy="1152217"/>
          </a:xfrm>
          <a:prstGeom prst="roundRect">
            <a:avLst>
              <a:gd name="adj" fmla="val 3968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04032" y="1690735"/>
            <a:ext cx="2478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19724" y="1690735"/>
            <a:ext cx="2478024" cy="1152217"/>
          </a:xfrm>
          <a:prstGeom prst="roundRect">
            <a:avLst>
              <a:gd name="adj" fmla="val 3968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19724" y="1690735"/>
            <a:ext cx="2478024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2966853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8340" y="2966853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破圈内容怎么定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人、货、场，三样都要对上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302" y="1875114"/>
            <a:ext cx="65251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302" y="2228856"/>
            <a:ext cx="1769301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你镜头里出现的是什么人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说话的口气是给谁听的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3994" y="1875114"/>
            <a:ext cx="65251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994" y="2228856"/>
            <a:ext cx="1307576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你手里拿的是什么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价位带对不对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9685" y="1875114"/>
            <a:ext cx="65251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9685" y="2228856"/>
            <a:ext cx="1461484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你站在什么地方拍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环境是不是那个层级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9" y="3082397"/>
            <a:ext cx="650899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话题、环境、场景，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必须针对高净值人群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。三样里错一样，人就跑偏。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134284"/>
            <a:ext cx="1001212" cy="448712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34284"/>
            <a:ext cx="1001212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772153" y="2134284"/>
            <a:ext cx="1001212" cy="448712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772153" y="2134284"/>
            <a:ext cx="1001212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855966" y="2134284"/>
            <a:ext cx="1001212" cy="448712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855966" y="2134284"/>
            <a:ext cx="1001212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939779" y="2134284"/>
            <a:ext cx="1671913" cy="448712"/>
          </a:xfrm>
          <a:prstGeom prst="roundRect">
            <a:avLst>
              <a:gd name="adj" fmla="val 1018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939779" y="2134284"/>
            <a:ext cx="1671913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有一类选题，看着很香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4889740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但凡"把产品换掉也能爆"的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都别做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302" y="2242945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搞笑段子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2114" y="2242945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各种舞蹈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927" y="2242945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狗血剧情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9740" y="2242945"/>
            <a:ext cx="179871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蹭热点的口水话题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2760491"/>
            <a:ext cx="7079676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判断方法就一句：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把里面的包换成别的东西，这条还能不能爆？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" y="3226411"/>
            <a:ext cx="4223818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还能爆，说明爆的不是你的生意，是那个壳。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06444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584840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3187874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8340" y="3187874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做了会怎么样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这类人群太杂太乱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1654845"/>
            <a:ext cx="712531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1306" y="1737446"/>
            <a:ext cx="4541100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来的人和你的生意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没有任何关系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 筛不出客户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2133241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1306" y="2215842"/>
            <a:ext cx="3976123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还会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误导抖音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 它以为你是个搞笑博主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2611637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1306" y="2694238"/>
            <a:ext cx="5106076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于是它推给你的人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越来越泛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 你根本筛不到目标客户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3303419"/>
            <a:ext cx="4752011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这就是误区二的另一张脸：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爆一次，标签跑一次。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432392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432392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最近有个选题可以做一下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269284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在医院里面收包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54463"/>
            <a:ext cx="150218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为什么它成立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51095"/>
            <a:ext cx="4531158" cy="1005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场景特殊、故事性强，</a:t>
            </a:r>
            <a:r>
              <a:rPr sz="19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但人群没跑偏</a:t>
            </a: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会因为这条停下来的，多半自己手里也有货。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321273"/>
            <a:ext cx="5730530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这就是破圈的标准动作：口子开大了一点，但没开到马路上去。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930550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79032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179032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11950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二 · 获客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017" y="549199"/>
            <a:ext cx="2480597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主 动 咨 询 的 钩 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获客视频，只有两类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088107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第 一 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223606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回收过程视频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你怎么收的，收了什么，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给了多少钱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088107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第 二 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223606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推荐类视频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什么值得买，什么别买，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同价位怎么选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为什么偏偏是这两类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因为里面有他们想要的东西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4224954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这两种视频，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都能让客户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主动过来咨询你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243405"/>
            <a:ext cx="3654492" cy="11565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她看回收过程，是在算自己那只能卖多少；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她看推荐，是在算自己那笔钱该怎么花。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两件事都跟她的钱有关，所以她会开口。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1790329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17903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3728867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3728867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93522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获客内容有个必须做的动作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开头，就是用来筛人的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854463"/>
            <a:ext cx="112359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他不想听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151095"/>
            <a:ext cx="1833188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开头一句话就划走了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—— 这是好事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他本来也不是你的人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854463"/>
            <a:ext cx="95699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他想听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151095"/>
            <a:ext cx="2290289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他留下来看完了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—— 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这就是你的精准人群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他会沉淀在你的账号里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3844411"/>
            <a:ext cx="455680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别怕开头劝退人。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开头不筛，后面就得靠运气。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给你一个现成的开头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一句话就把人分开了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3743546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"富婆姐姐过来找我收包，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今天这一兜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多少钱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257171"/>
            <a:ext cx="3654492" cy="86849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不关心的人两秒就走了。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留下的，全是手里有货、心里在算价的人。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76968"/>
            <a:ext cx="2505558" cy="1133825"/>
          </a:xfrm>
          <a:prstGeom prst="roundRect">
            <a:avLst>
              <a:gd name="adj" fmla="val 403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2505558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290265" y="1676968"/>
            <a:ext cx="2505557" cy="1133825"/>
          </a:xfrm>
          <a:prstGeom prst="roundRect">
            <a:avLst>
              <a:gd name="adj" fmla="val 403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290265" y="1676968"/>
            <a:ext cx="2505557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92190" y="1676968"/>
            <a:ext cx="2505558" cy="1133825"/>
          </a:xfrm>
          <a:prstGeom prst="roundRect">
            <a:avLst>
              <a:gd name="adj" fmla="val 403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92190" y="1676968"/>
            <a:ext cx="2505558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8340" y="2907161"/>
            <a:ext cx="2505558" cy="954211"/>
          </a:xfrm>
          <a:prstGeom prst="roundRect">
            <a:avLst>
              <a:gd name="adj" fmla="val 479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8340" y="2907161"/>
            <a:ext cx="2505558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90265" y="2907161"/>
            <a:ext cx="2505557" cy="954211"/>
          </a:xfrm>
          <a:prstGeom prst="roundRect">
            <a:avLst>
              <a:gd name="adj" fmla="val 479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90265" y="2907161"/>
            <a:ext cx="2505557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892190" y="2907161"/>
            <a:ext cx="2505558" cy="954211"/>
          </a:xfrm>
          <a:prstGeom prst="roundRect">
            <a:avLst>
              <a:gd name="adj" fmla="val 479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92190" y="2907161"/>
            <a:ext cx="2505558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88340" y="3957740"/>
            <a:ext cx="2505558" cy="954211"/>
          </a:xfrm>
          <a:prstGeom prst="roundRect">
            <a:avLst>
              <a:gd name="adj" fmla="val 479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8340" y="3957740"/>
            <a:ext cx="2505558" cy="381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290265" y="3957740"/>
            <a:ext cx="2505557" cy="954211"/>
          </a:xfrm>
          <a:prstGeom prst="roundRect">
            <a:avLst>
              <a:gd name="adj" fmla="val 479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290265" y="3957740"/>
            <a:ext cx="2505557" cy="381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892190" y="3957740"/>
            <a:ext cx="2505558" cy="954211"/>
          </a:xfrm>
          <a:prstGeom prst="roundRect">
            <a:avLst>
              <a:gd name="adj" fmla="val 479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92190" y="3957740"/>
            <a:ext cx="2505558" cy="381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3100" y="521665"/>
            <a:ext cx="314172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获客选题，照着这九个方向找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100" y="839592"/>
            <a:ext cx="2465862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选题九宫格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001" y="1813163"/>
            <a:ext cx="981521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回收过程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001" y="2042681"/>
            <a:ext cx="9603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上门收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001" y="2326192"/>
            <a:ext cx="2463711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"富婆姐姐找我收包，这一兜多少钱"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8926" y="1813163"/>
            <a:ext cx="981521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回收过程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8926" y="2042681"/>
            <a:ext cx="960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到店收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8926" y="2326192"/>
            <a:ext cx="2084586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"她拿来三只，我只要了一只"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851" y="1813163"/>
            <a:ext cx="981521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回收过程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0851" y="2042681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特殊场景收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851" y="2326192"/>
            <a:ext cx="2224681" cy="5505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医院、写字楼、机场——场景本身就是钩子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001" y="3043356"/>
            <a:ext cx="850414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推荐类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001" y="3272874"/>
            <a:ext cx="146336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同价位怎么选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001" y="3556384"/>
            <a:ext cx="2337336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"五万预算，这三只我推荐哪一只"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8926" y="3043356"/>
            <a:ext cx="850414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推荐类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8926" y="3272874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什么值得买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8926" y="3556384"/>
            <a:ext cx="2084586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"这只保值，那只三年掉一半"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0851" y="3043356"/>
            <a:ext cx="850414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推荐类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851" y="3272874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什么别买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0851" y="3556384"/>
            <a:ext cx="1579087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"这几款我劝你别碰"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001" y="4093935"/>
            <a:ext cx="981521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筛人开头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001" y="4323453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价格锚点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001" y="4606963"/>
            <a:ext cx="2590086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"放了三年没背的包，现在还能卖多少"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98926" y="4093935"/>
            <a:ext cx="981521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筛人开头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98926" y="4323453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身份指向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8926" y="4606963"/>
            <a:ext cx="2337336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"手里有闲置奢侈品的姐姐看过来"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0851" y="4093935"/>
            <a:ext cx="981521" cy="365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spc="1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筛人开头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0851" y="4323453"/>
            <a:ext cx="960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反常识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0851" y="4606963"/>
            <a:ext cx="1831836" cy="370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"这只包，我为什么没收"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06444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584840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这张表怎么用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567955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横着看是题材，竖着看是钩子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1654845"/>
            <a:ext cx="712531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1306" y="1737446"/>
            <a:ext cx="4600684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每周从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上面两行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里各挑一个，保证回收和推荐都有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2133241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1306" y="2215842"/>
            <a:ext cx="5859378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开头从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第三行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里挑一个套上去 —— 题材负责内容，开头负责筛人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2611637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1306" y="2694238"/>
            <a:ext cx="4788902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一个格子可以出很多条。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不要一个格子只拍一条就换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930550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59569"/>
            <a:ext cx="7709408" cy="1687616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59569"/>
            <a:ext cx="60960" cy="16876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9468" y="549199"/>
            <a:ext cx="11950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 · 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017" y="549199"/>
            <a:ext cx="21778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讲 故 事 与 观 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94659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人设是干什么用的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203" y="1916414"/>
            <a:ext cx="5501180" cy="18246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通过讲自己的故事、表达自己的观点，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建立起你独特的人设 ——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达到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信任背书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的效果。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2079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2079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人设内容就两条路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487612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要么讲故事，要么讲观点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902" y="1854463"/>
            <a:ext cx="1088107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讲 故 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902" y="2151095"/>
            <a:ext cx="2028397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你自己从业的经历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你自己客户的故事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你做错过、后悔过的事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8207" y="1854463"/>
            <a:ext cx="1088107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讲 观 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8207" y="2151095"/>
            <a:ext cx="2588318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你对行业里某件事的看法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比如你怎么看"道可道"这个人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你认同什么、反对什么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77305"/>
            <a:ext cx="7709408" cy="109015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77305"/>
            <a:ext cx="60960" cy="109015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先给你打个预防针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人设视频，是三类里最难的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1565361"/>
            <a:ext cx="5424003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破圈和获客，都有套路可以照着做。人设没有。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03" y="2341034"/>
            <a:ext cx="2980995" cy="1136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你的故事和你的观点，</a:t>
            </a:r>
          </a:p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都要靠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平时自己去收集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396775"/>
            <a:ext cx="3847167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这一类没办法临时抱佛脚，只能靠积累。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236853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2368535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这是人设内容的分水岭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487612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别人的故事，你讲不出去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902" y="1854463"/>
            <a:ext cx="16232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你自己经历过的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902" y="2151095"/>
            <a:ext cx="2418814" cy="20408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你天然知道该怎么讲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停顿在哪、重音在哪、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哪一句该笑、哪一句该沉默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都不用设计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8207" y="1854463"/>
            <a:ext cx="167868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别人给的 / 编的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8207" y="2151095"/>
            <a:ext cx="1637979" cy="20408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很难输出出去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你自己都不信，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镜头前一定会飘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观众比你想的敏感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06444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584840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93522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所以从今天开始建一个东西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你的故事库，从随手记开始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1654845"/>
            <a:ext cx="712531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1306" y="1737446"/>
            <a:ext cx="5482727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今天遇到的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客户的一句话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 原话记下来，不要改成书面语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2133241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1306" y="2215842"/>
            <a:ext cx="5859378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这周你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拒绝了什么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、为什么拒 —— 你拒绝过什么，决定了你是谁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2611637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1306" y="2694238"/>
            <a:ext cx="4541100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看不惯的一件事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 那就是你下一条观点视频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3193285"/>
            <a:ext cx="3904708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灵感是攒出来的，不是坐在那儿想出来的。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079862"/>
            <a:ext cx="1373131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9468" y="2105923"/>
            <a:ext cx="163759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2598" y="2105923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客户加过来之后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375666"/>
            <a:ext cx="4108199" cy="18381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引流的边界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3492390"/>
            <a:ext cx="6412417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个人号和蓝V，各自能做什么、不能做什么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3100" y="521665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开始之前先看一眼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3100" y="839592"/>
            <a:ext cx="554338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你的号，是个人号还是蓝V？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1565361"/>
            <a:ext cx="7789204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抖音后台开始有咨询、要引流加微信的时候，有几个地方得规避一下。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031281"/>
            <a:ext cx="4556695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两种号的规则不一样，别拿着一套办法两边用。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7709408" cy="474955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9775" y="1773336"/>
            <a:ext cx="302870" cy="30287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8340" y="2227640"/>
            <a:ext cx="7709408" cy="474954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9775" y="2310241"/>
            <a:ext cx="302870" cy="30287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8340" y="2764545"/>
            <a:ext cx="7709408" cy="474954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39775" y="2847146"/>
            <a:ext cx="302870" cy="30287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如果你是个人号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三个可以用的位置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596" y="1805957"/>
            <a:ext cx="52183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5072" y="1806280"/>
            <a:ext cx="3360597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导流方式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：记住一定要用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拼音加字母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292" y="2342862"/>
            <a:ext cx="55055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5072" y="2343185"/>
            <a:ext cx="3179155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可以在自己的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主页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上尝试留微信号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292" y="2879767"/>
            <a:ext cx="55055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5072" y="2880090"/>
            <a:ext cx="2997712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可以在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合集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上面留自己的微信号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7709408" cy="474955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9775" y="1773336"/>
            <a:ext cx="302870" cy="30287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8340" y="2227640"/>
            <a:ext cx="7709408" cy="474954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9775" y="2310241"/>
            <a:ext cx="302870" cy="30287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8340" y="2764545"/>
            <a:ext cx="7709408" cy="474954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39775" y="2847146"/>
            <a:ext cx="302870" cy="30287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184646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如果你是蓝V号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4071953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蓝V 这块相对好一点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596" y="1805957"/>
            <a:ext cx="52183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5072" y="1806280"/>
            <a:ext cx="3904923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主页不准直接留微信号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，但可以留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虚拟号码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292" y="2342862"/>
            <a:ext cx="55055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5072" y="2343185"/>
            <a:ext cx="5117692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可以使用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私信小组件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 合规正规，留联系方式比较方便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292" y="2879767"/>
            <a:ext cx="55055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5072" y="2880090"/>
            <a:ext cx="3179155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也可以尝试在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合集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上面留联系方式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2004360" cy="455595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17323"/>
            <a:ext cx="2004360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692700" y="1676968"/>
            <a:ext cx="2852416" cy="455595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692700" y="2117323"/>
            <a:ext cx="285241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545116" y="1676968"/>
            <a:ext cx="2852631" cy="455595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545116" y="2117323"/>
            <a:ext cx="2852631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2921175"/>
            <a:ext cx="2004360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692700" y="2921175"/>
            <a:ext cx="285241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545116" y="2921175"/>
            <a:ext cx="2852631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8340" y="3426352"/>
            <a:ext cx="2004360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692700" y="3426352"/>
            <a:ext cx="285241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545116" y="3426352"/>
            <a:ext cx="2852631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88340" y="3931529"/>
            <a:ext cx="2004360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692700" y="3931529"/>
            <a:ext cx="285241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545116" y="3931529"/>
            <a:ext cx="2852631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8340" y="4436706"/>
            <a:ext cx="2004360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692700" y="4436706"/>
            <a:ext cx="285241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545116" y="4436706"/>
            <a:ext cx="2852631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放一起看一眼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两种号的可用位置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68" y="1771863"/>
            <a:ext cx="79265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5128" y="1771863"/>
            <a:ext cx="9603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个人号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7544" y="1771863"/>
            <a:ext cx="90397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蓝V号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768" y="2227458"/>
            <a:ext cx="847725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5128" y="2227458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可尝试留微信号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7544" y="2227458"/>
            <a:ext cx="1637979" cy="90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不准直接留微信号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可留虚拟号码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768" y="3031310"/>
            <a:ext cx="847725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合集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5128" y="3031310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可留微信号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7544" y="3031310"/>
            <a:ext cx="201897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可尝试留联系方式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768" y="3536487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私信小组件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5128" y="3536487"/>
            <a:ext cx="65251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7544" y="3536487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可用，合规正规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768" y="4041664"/>
            <a:ext cx="847725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写法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5128" y="4041664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拼音加字母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7544" y="4041664"/>
            <a:ext cx="1628561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按平台组件走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7709408" cy="578206"/>
          </a:xfrm>
          <a:prstGeom prst="roundRect">
            <a:avLst>
              <a:gd name="adj" fmla="val 1054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9775" y="1800869"/>
            <a:ext cx="357937" cy="357937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8340" y="2351541"/>
            <a:ext cx="7709408" cy="578206"/>
          </a:xfrm>
          <a:prstGeom prst="roundRect">
            <a:avLst>
              <a:gd name="adj" fmla="val 1054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9775" y="2461676"/>
            <a:ext cx="357937" cy="357937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3136249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3136249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93522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位置可以变，这两条不能破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总的原则，就两条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537" y="1832738"/>
            <a:ext cx="533133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0140" y="1847580"/>
            <a:ext cx="3580866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自己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千万不要主动</a:t>
            </a: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给对方发联系方式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543" y="2493544"/>
            <a:ext cx="567119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0140" y="2508386"/>
            <a:ext cx="3971176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不要在抖音里面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谈论任何具体的业务事情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3251794"/>
            <a:ext cx="6313683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这两条守住，前面那些位置才是安全的。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破一条，位置再对也没用。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079862"/>
            <a:ext cx="1373131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9468" y="2105923"/>
            <a:ext cx="163759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2598" y="2105923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把跑出来的内容放大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375666"/>
            <a:ext cx="4022263" cy="18381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Dou+ 投放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3492390"/>
            <a:ext cx="4924849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什么时候投，投哪一条，怎么投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先说一个前提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不是所有的视频都要投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1565361"/>
            <a:ext cx="6370256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投放不是给账号补血的，是给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已经跑出来的内容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加把火。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031281"/>
            <a:ext cx="299502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要不要投，主要看两个维度。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71318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2216885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2216885"/>
            <a:ext cx="60960" cy="179032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2216885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2216885"/>
            <a:ext cx="60960" cy="17903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97765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2652" y="549199"/>
            <a:ext cx="308622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 条 视 频 有 没 有 客 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3691706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突然冒出好几个客资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那就是信号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2380613"/>
            <a:ext cx="112359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正常情况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677245"/>
            <a:ext cx="1833295" cy="8844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一条视频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可能只有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一两个客资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2380613"/>
            <a:ext cx="12900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该投的情况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677245"/>
            <a:ext cx="2095080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突然出现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好几个客资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而且你觉得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还蛮精准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→ 可以大量放大去投放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71318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59569"/>
            <a:ext cx="7709408" cy="1687616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59569"/>
            <a:ext cx="60960" cy="16876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9468" y="549199"/>
            <a:ext cx="97765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2652" y="549199"/>
            <a:ext cx="308622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播 放 量 跑 过 一 万 没 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94659"/>
            <a:ext cx="3269284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不破一万，别投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203" y="1916414"/>
            <a:ext cx="3905629" cy="18246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只有一两千这种基础流量，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再去投放，基本上是因为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内容本身不好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3748581"/>
            <a:ext cx="3531929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内容不好，投放也投不出去。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4214501"/>
            <a:ext cx="6879627" cy="5804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不管你想要的是点赞还是粉丝，都一样——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一定是播放量跑过 1 万了再去投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1790329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1790329"/>
          </a:xfrm>
          <a:prstGeom prst="roundRect">
            <a:avLst>
              <a:gd name="adj" fmla="val 3404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17903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3728867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3728867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314172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投之前，先划掉一个常见做法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567955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对标达人，在二奢基本不存在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854463"/>
            <a:ext cx="12900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别人教你的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151095"/>
            <a:ext cx="1637979" cy="8844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找一批对标达人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投他们的相似粉丝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854463"/>
            <a:ext cx="16232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二奢的实际情况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151095"/>
            <a:ext cx="2028505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这个行业的达人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都很泛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我们投放过很多次——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对标达人基本抓不到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3844411"/>
            <a:ext cx="533774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所以：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只有一种投法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，其他的基本不用投，效果都不大。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7709408" cy="474955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9775" y="1773336"/>
            <a:ext cx="302870" cy="30287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8340" y="2227640"/>
            <a:ext cx="7709408" cy="474954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9775" y="2310241"/>
            <a:ext cx="302870" cy="30287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8340" y="2764545"/>
            <a:ext cx="7709408" cy="474954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39775" y="2847146"/>
            <a:ext cx="302870" cy="30287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8340" y="3301451"/>
            <a:ext cx="7709408" cy="474955"/>
          </a:xfrm>
          <a:prstGeom prst="roundRect">
            <a:avLst>
              <a:gd name="adj" fmla="val 1283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9775" y="3384051"/>
            <a:ext cx="302870" cy="30287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具体该怎么投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就这一种，四个设置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596" y="1805957"/>
            <a:ext cx="52183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5072" y="1806280"/>
            <a:ext cx="4722542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目标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：选「主页浏览量最大化」，不选点赞、不选涨粉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292" y="2342862"/>
            <a:ext cx="55055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5072" y="2343185"/>
            <a:ext cx="5175125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人群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：性别、年龄、兴趣、行业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全部不选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，走系统智能投放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292" y="2879767"/>
            <a:ext cx="55055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5072" y="2880090"/>
            <a:ext cx="4639403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金额与时长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：单条 100 元 / 24 小时，先跑一轮看数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292" y="3416673"/>
            <a:ext cx="55055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5072" y="3416995"/>
            <a:ext cx="4936249" cy="5518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看什么</a:t>
            </a:r>
            <a:r>
              <a:rPr sz="156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：只看客资涨没涨 —— 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只涨播放、不涨客资就停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" y="3940133"/>
            <a:ext cx="5694177" cy="54307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目标选主页浏览，是为了把人引到主页，靠置顶的几条做二次转化。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189351"/>
            <a:ext cx="2505558" cy="1510153"/>
          </a:xfrm>
          <a:prstGeom prst="roundRect">
            <a:avLst>
              <a:gd name="adj" fmla="val 4036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89351"/>
            <a:ext cx="250555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290265" y="2189351"/>
            <a:ext cx="2505557" cy="1510153"/>
          </a:xfrm>
          <a:prstGeom prst="roundRect">
            <a:avLst>
              <a:gd name="adj" fmla="val 4036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290265" y="2189351"/>
            <a:ext cx="2505557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892190" y="2189351"/>
            <a:ext cx="2505558" cy="1510153"/>
          </a:xfrm>
          <a:prstGeom prst="roundRect">
            <a:avLst>
              <a:gd name="adj" fmla="val 4036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92190" y="2189351"/>
            <a:ext cx="2505558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93522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四段走完了，回到今天开头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4896839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这四个月，你要重新规整的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就是这几件事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535" y="2359963"/>
            <a:ext cx="928068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68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先拿掉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535" y="2614649"/>
            <a:ext cx="1238143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两个误区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535" y="2947741"/>
            <a:ext cx="1337583" cy="6133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别再研究玄学</a:t>
            </a:r>
          </a:p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别再为播放量跑标签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6460" y="2359963"/>
            <a:ext cx="928068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68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再补齐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460" y="2614649"/>
            <a:ext cx="1238143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三类内容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6460" y="2947741"/>
            <a:ext cx="636875" cy="812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破圈拉人</a:t>
            </a:r>
          </a:p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获客筛人</a:t>
            </a:r>
          </a:p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人设成交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8385" y="2359963"/>
            <a:ext cx="1084988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68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最后守住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8385" y="2614649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边界与放大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8385" y="2947741"/>
            <a:ext cx="917158" cy="6133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引流两条铁规</a:t>
            </a:r>
          </a:p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投放两个维度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" y="3870116"/>
            <a:ext cx="5542312" cy="5804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回去对着你自己的账号过一遍，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看看哪一块你根本没发上功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2832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最后一句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567955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把弦松一下，是为了拉得更满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4544064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思路活了，选题才会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源源不断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；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人回来了，这四个月才拿得住。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291588"/>
            <a:ext cx="3496651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一周一课 · 2026.09.02 · 闫亚老师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还剩四个月，把你的获客短视频重新捋一遍</dc:title>
  <dc:subject/>
  <dc:creator>闫亚</dc:creator>
  <cp:keywords/>
  <dc:description>一周一课 · 2026.09.02 · 可编辑版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