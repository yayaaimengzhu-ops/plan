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你不是短视频拿不到客资，你是卡在一个圈里出不来</dc:title>
  <dc:subject/>
  <dc:creator>闫亚</dc:creator>
  <cp:keywords/>
  <dc:description>一周一课 · 2026.09.02 · 一条爆了的视频，八个死循环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