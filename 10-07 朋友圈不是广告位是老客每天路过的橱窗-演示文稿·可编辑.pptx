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开场先说结论：朋友圈不是广告位，是老客每天路过的橱窗。今天 90 分钟，四段：痛点、规范、怎么发、AI 批量写。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可以这样说：先做个小调查。你的朋友圈属于哪一种？公屏打数字。</a:t>
            </a:r>
          </a:p>
          <a:p>
            <a:r>
              <a:t>再问一句：上周发了几条？几条带来了私聊？</a:t>
            </a:r>
          </a:p>
          <a:p>
            <a:r>
              <a:t>如果答案是“发了 10 条，0 个私聊”，今天这节课就是给你的。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这句话今天会回扣好几次：讲完痛点回扣一次，讲完规范回扣一次，最后收尾再说一次。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分钟分四段：05–25 痛点，25–40 规范，40–62 怎么发，62–85 AI 现场写，最后 5 分钟布置作业。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 · 痛点（05–25 分钟）。先点痛点，再给方法。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第一种：刷屏型。可以投屏学员发来的反面例子（打码）。</a:t>
            </a:r>
          </a:p>
          <a:p>
            <a:r>
              <a:t>可以这样说：货再好，堵成一面广告墙，也没人愿意停下来看。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注意：不是“腾讯会屏蔽你”。微信会折叠，客户会屏蔽，是两回事。</a:t>
            </a:r>
          </a:p>
          <a:p>
            <a:r>
              <a:t>腾讯客服的说法：频繁发广告营销等内容会被折叠，点开才能看全。微信团队也说过，批量、高频发营销信息“侵扰用户安宁”。</a:t>
            </a:r>
          </a:p>
          <a:p>
            <a:r>
              <a:t>折叠的条数和时间间隔没有官方数字，课上不要说具体数字。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第二种：空白型。</a:t>
            </a:r>
          </a:p>
          <a:p>
            <a:r>
              <a:t>可以这样说：二奢老板不是体制内，神秘感不加分。几万块的包，客户不敢交给一个看不清的人。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讲师自己的故事，用自己的话讲。</a:t>
            </a:r>
          </a:p>
          <a:p>
            <a:r>
              <a:t>可以这样说：客户到店见到你本人那一刻，要是和朋友圈里的你对不上，信任当场就断了。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第三种：炫耀型。有人设，但和客户没关系。</a:t>
            </a:r>
          </a:p>
          <a:p>
            <a:r>
              <a:t>可以这样说：客户看完心里想的是——你赚的是我的钱。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造假比炫耀更要命。人设一旦对不上，很难再立起来。</a:t>
            </a:r>
          </a:p>
          <a:p>
            <a:r>
              <a:t>04-15 讲过：流程可以演，数字和故事不能造。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一句话记住三种人：刷屏让人烦，空白让人疑，炫耀让人远。</a:t>
            </a:r>
          </a:p>
          <a:p>
            <a:r>
              <a:t>客户刷到你，只花三秒判断三件事：你是谁？靠不靠谱？跟我有没有关系？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四个错误认知，对照着讲。这四条参考了群响 Toby 和叶秋轩的课，可以说一句出处。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 · 规范（25–40 分钟）。可以这样说：问题说完了，下面先把朋友圈的门面装修好，再说每天发什么。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客户加你微信后，第一眼看的不是你哪条朋友圈，是你的门面。三眼看完，他就决定要不要往下翻。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逐条对照，最好投屏你自己的主页当正面例子。</a:t>
            </a:r>
          </a:p>
          <a:p>
            <a:r>
              <a:t>昵称例子里的“小林”换成你自己的。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置顶朋友圈：一条自我介绍，软软地放进真实数据，不要硬广。</a:t>
            </a:r>
          </a:p>
          <a:p>
            <a:r>
              <a:t>可见范围：二奢客户要翻你的过往才敢找你，别只开三天。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好友通过后的第一句话：先问来源，再发自我介绍，最后问一个没压力的问题。怎么接着聊，10/21 私聊课细讲。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现场动作 3 分钟：学员打开自己的微信主页，对照六件套打分，公屏打分数。挑 2 位课前发来截图的学员现场诊断。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可以这样说：三不要，正好对着开头那三种人——刷屏型、炫耀型、空白型。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“带货那条第一张图放你自己”来自 Toby 的课：用真人照片冲淡广告味，照片比文案更快建立信任。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 · 怎么发（40–62 分钟）：一周 7 条日历、7 类模板、合格线。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呼应 06-24 讲过的“周一上新……周日故事会”。“借鉴的写法”一列大多来自 Toby 的朋友圈模板。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回收为主的店：周一发本周收到的好货，周二多讲“哪些包越放越亏”，周五猜回收价。</a:t>
            </a:r>
          </a:p>
          <a:p>
            <a:r>
              <a:t>销售为主的店：周一照常上新，周二多讲送礼避坑和保养，周五改成二选一。</a:t>
            </a:r>
          </a:p>
          <a:p>
            <a:r>
              <a:t>节点周把周二、周五换成节点内容，11/4 细讲。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示范里的货和价格都是举例，换成你店里这周真实的货。不写“全网最低”。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客户每天问你的重复问题，就是最值钱的选题库（Toby）。不讲鉴定点：03-04 讲过，鉴定类内容容易把人群带偏。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越贵越要讲流程：时间、现场、标准、结果，让客户自己判断你靠不靠谱。这一条就是 07-29 的信任三脚架：报价、流程、人设。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连续剧栏目借鉴 Toby 的“#每天一个好消息”。只发自己愿意公开的生活片段；家人和孩子入镜要慎重。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选项里的数字按真实行情改。奖励用店里的服务（清洁、护理、估价），成本低，还能把人带到店（06-24）。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客户证言分三档（Toby）：60 分是截图，80 分是六步结构，120 分是有反差、有细节的真实故事。</a:t>
            </a:r>
          </a:p>
          <a:p>
            <a:r>
              <a:t>王婆卖瓜最没用，要让客户替你说。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先征得客户同意。04-15：流程可以演，数字和故事不能造。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露脸，人设才立得住（09-02）。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加分项每月 1–2 次，不占固定日历。</a:t>
            </a:r>
          </a:p>
          <a:p>
            <a:r>
              <a:t>送资料：Toby 叫“超级钩子”——用户想要、你没成本、领完觉得有用。不做“真假判断”一类的资料。</a:t>
            </a:r>
          </a:p>
          <a:p>
            <a:r>
              <a:t>背书：只发真实发生的，不蹭名人、不编合作。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每一条，发到这个标准就算合格。可以把这一页截图发到群里。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这一页是讲师判断，按你自己的经验改。</a:t>
            </a:r>
          </a:p>
          <a:p>
            <a:r>
              <a:t>群响两位老师都建议每天 3–5 条以上、营销内容可以占一半，那是卖课的节奏。二奢客单高、客户少，刷屏的代价更大。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以上是公开测评的说法（爱范儿、少数派），讲前在自己手机上分别手打、粘贴一段 200 字以上的文字实测。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 · 用 AI 一小时写完一周（62–85 分钟）：讲师现场演示 13 分钟，学员现场写 8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可以这样说：不是没东西发，是你看见了没拍，听见了没记。</a:t>
            </a:r>
          </a:p>
          <a:p>
            <a:r>
              <a:t>建一个“朋友圈素材”相册，每天至少拍 3 张；客户的好问题马上语音记下，转成文字存进素材库（07-01 三库）。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写出来有 AI 味，是因为它不知道你是谁（Toby 的说法）。所以提示词前半段先写“我的档案”。这就是 07-01 讲的三库：素材库、风格库、规则库。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流程卡：选素材 10 分钟 → AI 出初稿 10 分钟 → 过嘴改稿 20 分钟 → 配图 10 分钟 → 排期 10 分钟。</a:t>
            </a:r>
          </a:p>
          <a:p>
            <a:r>
              <a:t>排期：在 WorkBuddy 里设定时任务，每天上午 10 点把当天这条推到微信，然后手动发（03-24、06-10）。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完整版提示词在教案“模板 4”，课后发到群里。你在 03-24 讲过自己的规则“必须加表情、罗列清晰”，可以直接写进要求。</a:t>
            </a:r>
          </a:p>
          <a:p>
            <a:r>
              <a:t>写满意了，让 AI 把这次的修改点记成规则，下周直接用。10/28 Skill 课会把它做成“朋友圈风格 Skill”。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一鱼多吃（Toby）：朋友圈先替你试水，评论多、私聊多的那条，说明客户爱看，再改成口播稿拍视频，抖音和视频号都能发。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讲师演示 13 分钟：用自己店这周的真实素材，从选素材到出 7 条初稿，现场计时，挑一条现场过嘴改稿。</a:t>
            </a:r>
          </a:p>
          <a:p>
            <a:r>
              <a:t>学员 8 分钟：只填周一、周二、周日三格，出稿后改一改发到群里。讲师挑 2 位现场点评。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发之前过一遍。这一页可以截图发群里。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红线逐条念一遍。“鉴定”两个字不出现在文案里，用“查验 / 看货”。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作业分层布置。预告下周三 10/14：节后第一课，2026 二奢行业复盘 + Q4 到春节作战地图。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收尾回扣开场那句话。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AF9F5"/>
            </a:gs>
            <a:gs pos="100000">
              <a:srgbClr val="F3ECD6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014984"/>
            <a:ext cx="2254910" cy="292608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40511"/>
            <a:ext cx="2254910" cy="292608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一周一课 · 2026.10.07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17320"/>
            <a:ext cx="8778240" cy="16459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朋友圈不是广告位</a:t>
            </a:r>
          </a:p>
          <a:p>
            <a:pPr algn="l">
              <a:lnSpc>
                <a:spcPts val="6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5759" b="1" i="0" spc="115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是老客每天路过的橱窗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154680"/>
            <a:ext cx="8229600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07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私域朋友圈：一周 7 条，一小时写完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931920"/>
            <a:ext cx="8229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痛点、规范、怎么发、AI 批量写 ｜ 闫亚老师 主讲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先做个小调查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你的朋友圈，属于哪一种？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天天刷屏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全是货和价格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7188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47188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1780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1780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基本不发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1780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或者只开三天可见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08576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偶尔一条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都是自己的好事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9964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69964" y="1773936"/>
            <a:ext cx="182422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34556" y="1938528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556" y="2615184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都不是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556" y="2944368"/>
            <a:ext cx="1549907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恭喜你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611880"/>
            <a:ext cx="7708392" cy="6835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公屏打数字。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再打两个数：上周发了几条？几条带来了私聊？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这句话今天会回扣好几次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今天只讲一件事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7708392" cy="1746504"/>
          </a:xfrm>
          <a:prstGeom prst="roundRect">
            <a:avLst>
              <a:gd name="adj" fmla="val 5000"/>
            </a:avLst>
          </a:prstGeom>
          <a:solidFill>
            <a:srgbClr val="ECE7D8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901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朋 友 圈 是 什 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240280"/>
            <a:ext cx="7132320" cy="10972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0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朋友圈不是广告位，</a:t>
            </a:r>
          </a:p>
          <a:p>
            <a:pPr algn="l">
              <a:lnSpc>
                <a:spcPts val="40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是老客每天路过的橱窗。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611880"/>
            <a:ext cx="7708392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先把门面装修好，再天天换一点新东西：一周 7 条，周日一小时写完。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90 分钟，分四段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今天的路线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37360"/>
            <a:ext cx="7141464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痛点：你的朋友圈为什么没人找你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7627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203703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58568"/>
            <a:ext cx="7141464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规范：先装修门面，再立三要三不要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72491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779776"/>
            <a:ext cx="7141464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怎么发：一周 7 条，每条发到什么标准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18688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246120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300984"/>
            <a:ext cx="7141464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AI：一小时写完一周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59352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59352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23944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听完今晚就做：改好门面，周日写完下周 7 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481328"/>
            <a:ext cx="149870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4286"/>
            <a:ext cx="149870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01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4229" y="15087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05–25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1095"/>
            <a:ext cx="585215" cy="329184"/>
          </a:xfrm>
          <a:prstGeom prst="roundRect">
            <a:avLst>
              <a:gd name="adj" fmla="val 9800"/>
            </a:avLst>
          </a:prstGeom>
          <a:solidFill>
            <a:srgbClr val="FFD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4910"/>
            <a:ext cx="585215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痛 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77440"/>
            <a:ext cx="8686800" cy="17714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你的朋友圈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为什么没人找你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40377"/>
            <a:ext cx="86868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刷屏型 ｜ 空白型 ｜ 炫耀型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87003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87003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5559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刷 屏 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一天几十条，全是货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708392" cy="1664207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45720" cy="1664207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56232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表 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30552"/>
            <a:ext cx="7159752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一天发几十条，全是包和价格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一口气连着发，十分钟发完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跟谁都是同一段话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557016"/>
            <a:ext cx="7708392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39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客户心里只有一句：又是广告。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041648"/>
            <a:ext cx="770839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货再好，堵成一面广告墙，也没人愿意停下来看。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刷屏的代价，有两层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微信会折叠，客户会屏蔽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2008632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20086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微信会折叠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1368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短时间连发的几条，被收成一行：“余下 X 条”。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频繁发广告营销内容，也会被折叠。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2008632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20086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客户会屏蔽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0378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客户点一下“不看他的朋友圈”。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以后你发再好的内容，他也看不到。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883152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注：折叠的条数和时间间隔，微信没有公布具体数字。来源：腾讯客服、微信团队的公开说明。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87003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87003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5559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空 白 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不发、三天可见、卡通头像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708392" cy="1664207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45720" cy="1664207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56232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表 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30552"/>
            <a:ext cx="7159752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朋友圈一条没有，或者只开“最近三天”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头像是卡通、风景、logo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客户想问：你是谁？店还开着吗？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38728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538728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几万块的包，客户不敢交给一个看不清的人。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410456"/>
            <a:ext cx="770839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二奢老板不是体制内，神秘感不加分。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讲个我自己的事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二次元头像的“女孩子”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7708392" cy="1664207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45720" cy="1664207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856232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故 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130552"/>
            <a:ext cx="7159752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以前加过一个网友，头像是二次元女生。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聊了很久，我一直以为是个女孩子。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见面才发现，是个满脸胡茬的男生。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38728"/>
            <a:ext cx="7708392" cy="1139952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538728"/>
            <a:ext cx="64008" cy="11399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7251192" cy="856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客户见到你本人那一刻，</a:t>
            </a:r>
          </a:p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要和朋友圈里的你对得上。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87003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87003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5559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炫 耀 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十天半个月一条，全是自己的好事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708392" cy="1664207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45720" cy="1664207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56232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表 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130552"/>
            <a:ext cx="7159752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买车了，买房了，出去玩了，过年拜个年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有人设，但跟客户没关系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客户心里想：你赚的是我的钱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557016"/>
            <a:ext cx="770839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客户不会追着看你的朋友圈，偶尔一条广告，也跟着被忽略。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还有一种更要命的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造假：人设一崩就收不回来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1016508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01650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跟客户说的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“这两天在忙，晚点给您报价。”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1016508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101650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同一天，朋友圈里发的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3764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在外面玩了一整天，发了九宫格。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91028"/>
            <a:ext cx="7708392" cy="1063751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91028"/>
            <a:ext cx="64008" cy="1063751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55620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流程可以演，数字和故事不能造。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7580"/>
            <a:ext cx="72511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04-15 讲过 · 拿别人的货、别人的成交充自己的，也是造假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三种发法，一句话记住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三种发法，客户都不会来找你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74520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刷屏型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4028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让人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78024"/>
            <a:ext cx="2203703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74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90088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→ 客户屏蔽你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3" y="169164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5" y="1874520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空白型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5" y="224028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让人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5" y="2478024"/>
            <a:ext cx="2203703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74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5" y="2990088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→ 客户不敢找你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7" y="1691640"/>
            <a:ext cx="2478023" cy="16916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59" y="1874520"/>
            <a:ext cx="2203703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炫耀型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224028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让人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478024"/>
            <a:ext cx="2203703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74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2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990088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→ 客户不关心你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66160"/>
            <a:ext cx="7708392" cy="105460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566160"/>
            <a:ext cx="64008" cy="1054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30752"/>
            <a:ext cx="7251192" cy="771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客户刷到你，只花三秒判断三件事：</a:t>
            </a:r>
          </a:p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你是谁？靠不靠谱？跟我有没有关系？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这四句话，你可能也说过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四个错误认知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273405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27340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248716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你以为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673352"/>
            <a:ext cx="495604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2112264"/>
            <a:ext cx="4956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1773936"/>
            <a:ext cx="4709159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其实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240280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朋友圈没人看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2240280"/>
            <a:ext cx="47091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有人看，只是不点赞。睡前人人都在刷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60904"/>
            <a:ext cx="27340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60904"/>
            <a:ext cx="4956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779776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发多了招人烦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779776"/>
            <a:ext cx="47091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招人烦的是只发广告，不是发得多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00400"/>
            <a:ext cx="27340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3200400"/>
            <a:ext cx="4956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319272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朋友圈就是广告位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3319272"/>
            <a:ext cx="47091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是让人认识你、信任你的地方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39896"/>
            <a:ext cx="27340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3739896"/>
            <a:ext cx="4956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点赞多才算发得好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3858768"/>
            <a:ext cx="4709159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看私聊和成交，不看点赞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279392"/>
            <a:ext cx="27340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9000" y="4279392"/>
            <a:ext cx="4956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471416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参考：群响 Toby《朋友圈成交体系》、叶秋轩《私域销售成交工作坊》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481328"/>
            <a:ext cx="149870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4286"/>
            <a:ext cx="149870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4229" y="15087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25–40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1095"/>
            <a:ext cx="585215" cy="329184"/>
          </a:xfrm>
          <a:prstGeom prst="roundRect">
            <a:avLst>
              <a:gd name="adj" fmla="val 9800"/>
            </a:avLst>
          </a:prstGeom>
          <a:solidFill>
            <a:srgbClr val="FFD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4910"/>
            <a:ext cx="585215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规 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77440"/>
            <a:ext cx="8686800" cy="17714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先装修门面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再立三要三不要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40377"/>
            <a:ext cx="86868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门面六件套 ｜ 三要三不要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客户加你微信后的第一眼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他先看的不是哪一条，是你的门面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41732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第一眼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你是谁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5176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昵称 · 头像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3" y="1691640"/>
            <a:ext cx="2478023" cy="141732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5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第二眼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5" y="214884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5" y="265176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背景图 · 签名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6167" y="1691640"/>
            <a:ext cx="2478023" cy="141732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第三眼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148840"/>
            <a:ext cx="2203703" cy="457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靠不靠谱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65176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置顶 · 可见范围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337560"/>
            <a:ext cx="7708392" cy="6835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这六样，就是门面六件套。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参考群响叶秋轩的“朋友圈装修六件套”，改成了二奢版。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门面六件套 · 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昵称、头像、背景图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117957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93268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门面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673352"/>
            <a:ext cx="38313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19" y="2112264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2536" y="1773936"/>
            <a:ext cx="358444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这样做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673352"/>
            <a:ext cx="267004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2112264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016" y="1773936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别这样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240280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昵称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2536" y="2240280"/>
            <a:ext cx="3584448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名字 + 城市 + 做什么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例：小林｜杭州二奢寄卖回收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3016" y="224028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只有英文名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或一串表情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80944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4519" y="2980944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2980944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099816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头像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2536" y="3099816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真人照片，在店里或拿着包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3099816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卡通、风景、logo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或写“高价回收”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40480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4519" y="3840480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3840480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3959352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背景图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2536" y="3959352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店面、团队、客户合影（先问过）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3016" y="395935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价目表、活动海报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379976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74519" y="4379976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0" y="4379976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72000"/>
            <a:ext cx="7708392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做活动时，昵称后面可以加“@双 11 寄卖季”，活动完了改回来。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门面六件套 · 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签名、置顶、可见范围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117957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93268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门面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673352"/>
            <a:ext cx="38313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19" y="2112264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2536" y="1773936"/>
            <a:ext cx="358444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这样做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0" y="1673352"/>
            <a:ext cx="267004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0" y="2112264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016" y="1773936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别这样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240280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签名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2536" y="2240280"/>
            <a:ext cx="3584448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一句话：你帮谁解决什么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例：帮你把不背的包变成钱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3016" y="2240280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“高价回收 量大从优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微信同号”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80944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74519" y="2980944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2980944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3099816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置顶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02536" y="3099816"/>
            <a:ext cx="3584448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一条自我介绍：做了几年、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服务过多少人、店在哪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数字要真实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3099816"/>
            <a:ext cx="242316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置顶一张价目表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或者海报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60520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4519" y="4160520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4160520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279392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可见范围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2536" y="4279392"/>
            <a:ext cx="35844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改成“全部”，至少“最近半年”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3016" y="42793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只开“最近三天”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700016"/>
            <a:ext cx="117957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74519" y="4700016"/>
            <a:ext cx="38313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0" y="4700016"/>
            <a:ext cx="267004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892040"/>
            <a:ext cx="7708392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置顶和可见范围在微信里怎么设置，现场打开手机演示一遍。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加上之后，别一句话都不说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好友通过后，第一句话说什么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7708392" cy="1325880"/>
          </a:xfrm>
          <a:prstGeom prst="roundRect">
            <a:avLst>
              <a:gd name="adj" fmla="val 6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32588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" y="1856231"/>
            <a:ext cx="1297762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" y="2267711"/>
            <a:ext cx="1297762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47770"/>
            <a:ext cx="1297762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先问来源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2746" y="1947770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5354" y="1856231"/>
            <a:ext cx="2277318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5354" y="2267711"/>
            <a:ext cx="2277318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0802" y="1947770"/>
            <a:ext cx="2277318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自我介绍 + 店里照片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112" y="1947770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66720" y="1856231"/>
            <a:ext cx="2028774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66720" y="2267711"/>
            <a:ext cx="2028774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168" y="1947770"/>
            <a:ext cx="2028774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③ 问个没压力的问题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" y="2441447"/>
            <a:ext cx="2394280" cy="448056"/>
          </a:xfrm>
          <a:prstGeom prst="roundRect">
            <a:avLst>
              <a:gd name="adj" fmla="val 10000"/>
            </a:avLst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532986"/>
            <a:ext cx="239428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✕ 一上来就发报价、链接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200400"/>
            <a:ext cx="7708392" cy="70713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“您是从抖音看到我的，还是朋友介绍的呀？”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“是想出手，还是想挑一只？”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069080"/>
            <a:ext cx="7708392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怎么接着聊，10/21 私聊课细讲。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现在打开你的微信主页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对照六件套，给自己打个分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548640"/>
          </a:xfrm>
          <a:prstGeom prst="roundRect">
            <a:avLst>
              <a:gd name="adj" fmla="val 10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3474720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昵称看得出你是做什么的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691640"/>
            <a:ext cx="3776472" cy="548640"/>
          </a:xfrm>
          <a:prstGeom prst="roundRect">
            <a:avLst>
              <a:gd name="adj" fmla="val 10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810512"/>
            <a:ext cx="3474720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头像是真人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50008"/>
            <a:ext cx="3776472" cy="548640"/>
          </a:xfrm>
          <a:prstGeom prst="roundRect">
            <a:avLst>
              <a:gd name="adj" fmla="val 10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474720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背景图不是海报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350008"/>
            <a:ext cx="3776472" cy="548640"/>
          </a:xfrm>
          <a:prstGeom prst="roundRect">
            <a:avLst>
              <a:gd name="adj" fmla="val 10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468880"/>
            <a:ext cx="3474720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签名说清你帮谁解决什么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08376"/>
            <a:ext cx="3776472" cy="548640"/>
          </a:xfrm>
          <a:prstGeom prst="roundRect">
            <a:avLst>
              <a:gd name="adj" fmla="val 10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3474720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置顶了一条自我介绍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008376"/>
            <a:ext cx="3776472" cy="548640"/>
          </a:xfrm>
          <a:prstGeom prst="roundRect">
            <a:avLst>
              <a:gd name="adj" fmla="val 10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3127248"/>
            <a:ext cx="3474720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可见范围不是“最近三天”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794760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59352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每做到一件得 1 分，满分 6 分。公屏打分数。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规矩就六条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三要三不要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1890522"/>
          </a:xfrm>
          <a:prstGeom prst="roundRect">
            <a:avLst>
              <a:gd name="adj" fmla="val 4000"/>
            </a:avLst>
          </a:prstGeom>
          <a:solidFill>
            <a:srgbClr val="EB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89052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三 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12504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要真人真事</a:t>
            </a:r>
          </a:p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要和客户有关</a:t>
            </a:r>
          </a:p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要天天在场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1890522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189052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三 不 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25044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不要刷屏硬广</a:t>
            </a:r>
          </a:p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不要炫富造假</a:t>
            </a:r>
          </a:p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不要藏起来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65041"/>
            <a:ext cx="7708392" cy="105460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65041"/>
            <a:ext cx="64008" cy="1054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29633"/>
            <a:ext cx="7251192" cy="771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三不要，正好对着开头那三种人：</a:t>
            </a:r>
          </a:p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刷屏型、炫耀型、空白型。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三要，每一条怎么做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真人真事、和客户有关、天天在场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37360"/>
            <a:ext cx="7141464" cy="380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要真人真事：每条尽量有人、有现场；带货那条，第一张图放你自己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7627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203703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58568"/>
            <a:ext cx="7141464" cy="380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要和客户有关：每条都回答——跟我有什么关系？对我有什么用？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974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72491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779776"/>
            <a:ext cx="7141464" cy="380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要天天在场：有节奏地天天发，比偶尔发一大堆强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38144"/>
            <a:ext cx="7708392" cy="105460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438144"/>
            <a:ext cx="64008" cy="1054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7251192" cy="771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照片比文案更快建立信任。</a:t>
            </a:r>
          </a:p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带货那条第一张放人，冲淡广告味。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629912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参考：群响 Toby《朋友圈成交体系》· 真人照片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481328"/>
            <a:ext cx="149870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4286"/>
            <a:ext cx="149870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4229" y="15087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40–62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1095"/>
            <a:ext cx="819912" cy="329184"/>
          </a:xfrm>
          <a:prstGeom prst="roundRect">
            <a:avLst>
              <a:gd name="adj" fmla="val 9800"/>
            </a:avLst>
          </a:prstGeom>
          <a:solidFill>
            <a:srgbClr val="FFD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4910"/>
            <a:ext cx="819912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怎 么 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77440"/>
            <a:ext cx="8686800" cy="17714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一周 7 条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每条发到什么标准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40377"/>
            <a:ext cx="86868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日历 ｜ 7 类模板 ｜ 合格线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把 334 落到每一天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一周 7 条内容日历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8595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61264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周几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673352"/>
            <a:ext cx="200253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4480" y="2112264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2495" y="1773936"/>
            <a:ext cx="175564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栏目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673352"/>
            <a:ext cx="90525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112264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773936"/>
            <a:ext cx="658368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73352"/>
            <a:ext cx="390448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2112264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773936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借鉴的写法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203704"/>
            <a:ext cx="6126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周一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5" y="2203704"/>
            <a:ext cx="17556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本周上新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203704"/>
            <a:ext cx="65836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硬广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203704"/>
            <a:ext cx="36576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第一张图放人，冲淡广告味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553462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2553462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2553462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553462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2635758"/>
            <a:ext cx="6126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周二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2495" y="2635758"/>
            <a:ext cx="17556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专业小课堂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4176" y="2635758"/>
            <a:ext cx="65836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专业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635758"/>
            <a:ext cx="36576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问句开头：你以为是 A，其实是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2985516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54480" y="2985516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66160" y="2985516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2985516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3067812"/>
            <a:ext cx="6126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周三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82495" y="3067812"/>
            <a:ext cx="17556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成交 / 回收现场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3067812"/>
            <a:ext cx="65836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硬广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3067812"/>
            <a:ext cx="36576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越贵越要讲流程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3417570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54480" y="3417570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66160" y="3417570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3417570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3499866"/>
            <a:ext cx="6126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周四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82495" y="3499866"/>
            <a:ext cx="17556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老板日常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94176" y="3499866"/>
            <a:ext cx="65836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8576" y="3499866"/>
            <a:ext cx="36576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连续剧：#二奢老板日记 第 N 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3849624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54480" y="3849624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66160" y="3849624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0" y="3849624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" y="3931920"/>
            <a:ext cx="6126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周五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82495" y="3931920"/>
            <a:ext cx="17556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互动竞猜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4176" y="3931920"/>
            <a:ext cx="65836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专业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8576" y="3931920"/>
            <a:ext cx="36576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评论区留一个低门槛动作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4281678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54480" y="4281678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66160" y="4281678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80560" y="4281678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3816" y="4363974"/>
            <a:ext cx="6126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周六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82495" y="4363974"/>
            <a:ext cx="17556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客户故事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176" y="4363974"/>
            <a:ext cx="65836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人设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08576" y="4363974"/>
            <a:ext cx="36576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让客户替你说：证言 60 / 80 / 120 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" y="4713732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54480" y="4713732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66160" y="4713732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80560" y="4713732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6" y="4796028"/>
            <a:ext cx="61264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周日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82495" y="4796028"/>
            <a:ext cx="175564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观点故事会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94176" y="4796028"/>
            <a:ext cx="658368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人设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08576" y="4796028"/>
            <a:ext cx="36576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09-02 故事型四段式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5800" y="5145786"/>
            <a:ext cx="859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54480" y="5145786"/>
            <a:ext cx="200253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566160" y="5145786"/>
            <a:ext cx="90525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80560" y="5145786"/>
            <a:ext cx="39044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5569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5569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122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带 货 只 占 两 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一周 7 条，带货只占 2 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5681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带货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76856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9580" y="2560320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6265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周一、周三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47188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47188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1780" y="195681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专业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1780" y="2276856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0968" y="2560320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1780" y="296265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周二、周五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8576" y="1773936"/>
            <a:ext cx="1824228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195681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人设生活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276856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2356" y="2560320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296265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周四、周六、周日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9964" y="1773936"/>
            <a:ext cx="1824228" cy="1572768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69964" y="1773936"/>
            <a:ext cx="1824228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4556" y="195681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节点周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4556" y="2276856"/>
            <a:ext cx="64008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3744" y="2560320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格换掉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4556" y="2962656"/>
            <a:ext cx="154990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周二、周五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" y="3575304"/>
            <a:ext cx="7708392" cy="68351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回收为主：周一发本周收到的好货，周五猜回收价。</a:t>
            </a:r>
          </a:p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销售为主：周一照常上新，周五改成二选一。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本 周 上 新 · 硬 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本周上新：第一张图放人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720547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适合谁 → 每只一行：款式、成色、配件 → 私我看实拍 → 只有一只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5787"/>
            <a:ext cx="7708392" cy="2167128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5787"/>
            <a:ext cx="45720" cy="21671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70379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示 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4699"/>
            <a:ext cx="7159752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这周到了三只，都是通勤能背、放着也不太掉价的👇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一只通勤托特，九成新，带防尘袋，能装 13 寸电脑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一只链条小方包，八五新，链条有正常使用痕迹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③ 一只入门款手袋，九五新，配件齐全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都只有一只，想看实拍视频的私我～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437507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配图 9 张：第一张放你拿着包的照片，剩下每只 2–3 张实拍细节。成色、瑕疵如实写。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专 业 小 课 堂 · 专 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专业小课堂：问句开头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720547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问句开头 → 你以为是 A，其实是 B → 3 个短句要点 → 用一个问题收尾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5787"/>
            <a:ext cx="7708392" cy="2487168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5787"/>
            <a:ext cx="45720" cy="248716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70379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示 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4699"/>
            <a:ext cx="7159752" cy="1965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包放在柜子里不背，就不会掉价吗？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很多人以为不背就是保护，其实每天都在掉价：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1. 皮会老化，边角磨、油边开裂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2. 五金会氧化，越放越暗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3. 款式会过时，去年的热门今年可能没人要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你柜子里有放了一年以上没背的包吗？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757547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选题从客户反复问你的问题里找。只讲常识和避坑，不讲鉴定点，文案里不出现“鉴定”。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成 交 现 场 · 硬 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成交现场：越贵越要讲流程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720547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时间地点 → 客户要什么 → 查验、报价依据、打款 → 结果 → 一句感受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5787"/>
            <a:ext cx="7708392" cy="2167128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5787"/>
            <a:ext cx="45720" cy="21671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70379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示 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4699"/>
            <a:ext cx="7159752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今天下午去城东，帮一位姐收了两只包。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一只托特用了三年，边角有磨损，我们按最近同款的成交给了一个区间；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另一只链条包配件不全，我们实话说了会影响价格。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当面查验、当场打款，前后 40 分钟。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姐说本来担心被压价，没想到报价讲得这么清楚。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437507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客户入镜、发截图前先问一句（04-15）。打款截图只留金额，其余全部打码。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老 板 日 常 · 人 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老板日常：做成连续剧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720547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#栏目名 第 N 天 → 一个真实片段 → 一个细节 → 一句感受（这一条不带货）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5787"/>
            <a:ext cx="7708392" cy="2167128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5787"/>
            <a:ext cx="45720" cy="21671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70379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示 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4699"/>
            <a:ext cx="7159752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#二奢老板日记 第 37 天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晚上 11 点还在店里打包，明天要发走 6 件。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每一件都要先录开箱前的视频，再贴封签。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麻烦是麻烦，但万一出问题，说得清。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干这行这些年，最怕的不是累，是让客户心里不踏实。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437507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栏目名定了就别换，期数一直往下数。客户会像追剧一样往回翻。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互 动 竞 猜 · 专 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互动竞猜：让客户先开口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720547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一张图 → 带选项的问题 → 店里的服务当奖励 → 揭晓时间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5787"/>
            <a:ext cx="7708392" cy="2167128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5787"/>
            <a:ext cx="45720" cy="21671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70379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示 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4699"/>
            <a:ext cx="7159752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猜猜看：这只九成新、配件齐全的小方包，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今天的回收价大概是多少？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A. 5000 左右　B. 7000 左右　C. 9000 左右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评论区猜，最接近的三位送一次包包清洁护理，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周六晚上公布答案～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437507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揭晓后，私聊每一位猜过的人，顺手打上标签。参与过互动再私聊，客户不会觉得突兀。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客 户 故 事 · 人 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客户故事：让客户替你说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82495"/>
            <a:ext cx="1463040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60 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5376" y="1737360"/>
            <a:ext cx="6528816" cy="380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一张好评、私聊或打款截图，配一句话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7627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203703"/>
            <a:ext cx="1463040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80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2258568"/>
            <a:ext cx="6528816" cy="380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客户是谁 → 卡在哪 → 怎么选 → 怎么帮 → 结果 → 喊话同类人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724912"/>
            <a:ext cx="1463040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120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779776"/>
            <a:ext cx="6528816" cy="38036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有反差、有细节的真实故事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38144"/>
            <a:ext cx="7708392" cy="1054608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438144"/>
            <a:ext cx="64008" cy="1054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7251192" cy="771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王婆卖瓜最没用。</a:t>
            </a:r>
          </a:p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别写“太好了，又成交一单”，要让客户替你说。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629912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参考：群响 Toby《朋友圈成交体系》· 客户证言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8 0 分 示 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80 分的客户故事长这样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720547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客户是谁 → 卡在哪 → 怎么选 → 怎么帮 → 结果 → 喊话同类人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5787"/>
            <a:ext cx="7708392" cy="2167128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5787"/>
            <a:ext cx="45720" cy="21671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70379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示 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4699"/>
            <a:ext cx="7159752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这位姐是去年来卖包时认识的。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今年想给女儿挑一只包当毕业礼物，预算 8000，怕挑到不合适的。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我们挑了三只，每只拍了实拍视频，把成色、配件讲清楚。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收到后她发来一句：“比视频里还新！”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家里孩子快毕业、想挑一只当礼物的姐妹，可以来找我聊聊预算。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437507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配图：聊天截图（头像、昵称打码），客户同意后再加买家秀。不编故事。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21207"/>
            <a:ext cx="548386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4166"/>
            <a:ext cx="548386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3914" y="548640"/>
            <a:ext cx="5943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观 点 故 事 会 · 人 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96112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观点故事会：配一张露脸照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627632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81912"/>
            <a:ext cx="7205472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观点 → 理由 → 本周一个故事 → 感悟（09-02 故事型四段式）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5787"/>
            <a:ext cx="7708392" cy="2167128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5787"/>
            <a:ext cx="45720" cy="21671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70379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 spc="200">
                <a:solidFill>
                  <a:srgbClr val="1F618D"/>
                </a:solidFill>
                <a:latin typeface="PingFang SC"/>
                <a:ea typeface="PingFang SC"/>
                <a:cs typeface="PingFang SC"/>
              </a:rPr>
              <a:t>示 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44699"/>
            <a:ext cx="7159752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我一直觉得，二手生意拼到最后，拼的是“说清楚”。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价格大家都差不多，能让人放心的不多。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这周有位客户比了三家，最后选了我们。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不是我们给得最高，是我们把每一处磨损、每一笔扣钱的原因都讲明白了。</a:t>
            </a:r>
          </a:p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下周继续，把每一单都讲清楚。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437507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观点要是你自己的话；可以有态度，但不贬低同行。配一张有你本人的照片。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每月 1–2 次，不占固定日历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两个加分项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2339340"/>
          </a:xfrm>
          <a:prstGeom prst="roundRect">
            <a:avLst>
              <a:gd name="adj" fmla="val 4000"/>
            </a:avLst>
          </a:prstGeom>
          <a:solidFill>
            <a:srgbClr val="EB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233934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送一份资料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1699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保养自查表、送礼预算表、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出手前准备清单。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截一页图发朋友圈：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“想要的点个赞，我一个个私你。”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2339340"/>
          </a:xfrm>
          <a:prstGeom prst="roundRect">
            <a:avLst>
              <a:gd name="adj" fmla="val 4000"/>
            </a:avLst>
          </a:prstGeom>
          <a:solidFill>
            <a:srgbClr val="EB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233934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真实的背书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6992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参加行业活动、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和同行大店交流、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被邀请去分享。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只发真实的，不蹭名人、不编合作。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213860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不做“真假判断”一类的资料。参考：群响 Toby 的“超级钩子”和“势能背书”。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每一条，发到这个标准就合格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合格线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73352"/>
            <a:ext cx="1271016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12264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773936"/>
            <a:ext cx="1024127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673352"/>
            <a:ext cx="6419088" cy="457200"/>
          </a:xfrm>
          <a:prstGeom prst="rect">
            <a:avLst/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65960" y="2112264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3976" y="1773936"/>
            <a:ext cx="6172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合格线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194560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条数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2194560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起步每天 1 条，做顺了每天 2–3 条；绝不一天几十条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35174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5960" y="2535174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608326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节奏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608326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固定时间、分时段发，不连着发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48940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65960" y="2948940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022092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配比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3022092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带货不超过三成：一周 7 条里带货 2 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62706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65960" y="3362706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435858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第一句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93976" y="3435858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15 个字以内；干货用问句开头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76472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65960" y="3776472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3849624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长度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93976" y="3849624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日常 120 字左右，长内容放评论区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190238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65960" y="4190238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4263390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配图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93976" y="4263390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全部实拍；带货那条第一张放人；客户打码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604004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5960" y="4604004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4677156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评论区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3976" y="4677156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发完自己先补一句：价格区间、揭晓时间或一个钩子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017770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65960" y="5017770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" y="5090922"/>
            <a:ext cx="1024127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私聊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93976" y="5090922"/>
            <a:ext cx="6172200" cy="3314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点赞、评论的老客，24 小时内私聊一句，不群发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431536"/>
            <a:ext cx="1271016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65960" y="5431536"/>
            <a:ext cx="6419088" cy="18288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一天发几条？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我的判断：先稳，再加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2008632"/>
          </a:xfrm>
          <a:prstGeom prst="roundRect">
            <a:avLst>
              <a:gd name="adj" fmla="val 4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2008632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群响老师的建议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10378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每天 3–5 条以上，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营销内容可以占一半。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那是卖课的节奏。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2008632"/>
          </a:xfrm>
          <a:prstGeom prst="roundRect">
            <a:avLst>
              <a:gd name="adj" fmla="val 4000"/>
            </a:avLst>
          </a:prstGeom>
          <a:solidFill>
            <a:srgbClr val="EB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200863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E8449"/>
                </a:solidFill>
                <a:latin typeface="PingFang SC"/>
                <a:ea typeface="PingFang SC"/>
                <a:cs typeface="PingFang SC"/>
              </a:rPr>
              <a:t>二奢店的做法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1368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客单高、客户少，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刷屏的代价更大。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先每天 1 条，</a:t>
            </a:r>
          </a:p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稳了再加到 2–3 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83152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883152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47744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发得稳，比发得多重要。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写长了，会被折起来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日常 120 字左右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1087374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108737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手打的内容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167128"/>
            <a:ext cx="3319272" cy="44729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超过 6 行，收起成“全文”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776472" cy="1087374"/>
          </a:xfrm>
          <a:prstGeom prst="roundRect">
            <a:avLst>
              <a:gd name="adj" fmla="val 4000"/>
            </a:avLst>
          </a:prstGeom>
          <a:solidFill>
            <a:srgbClr val="FBE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691640"/>
            <a:ext cx="64008" cy="1087374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5464" y="1856232"/>
            <a:ext cx="3410712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粘贴的内容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67128"/>
            <a:ext cx="3319272" cy="44729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6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超过 200 字，折成一行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61894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61894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26486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正文写短，剩下的自己在评论区补。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833622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以上是公开测评的说法，讲前在自己手机上实测。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481328"/>
            <a:ext cx="1498701" cy="310896"/>
          </a:xfrm>
          <a:prstGeom prst="roundRect">
            <a:avLst>
              <a:gd name="adj" fmla="val 9800"/>
            </a:avLst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4286"/>
            <a:ext cx="1498701" cy="31089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4229" y="150876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9A9088"/>
                </a:solidFill>
                <a:latin typeface="PingFang SC"/>
                <a:ea typeface="PingFang SC"/>
                <a:cs typeface="PingFang SC"/>
              </a:rPr>
              <a:t>62–85 分钟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11095"/>
            <a:ext cx="477926" cy="329184"/>
          </a:xfrm>
          <a:prstGeom prst="roundRect">
            <a:avLst>
              <a:gd name="adj" fmla="val 9800"/>
            </a:avLst>
          </a:prstGeom>
          <a:solidFill>
            <a:srgbClr val="FFD1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4910"/>
            <a:ext cx="477926" cy="32918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377440"/>
            <a:ext cx="8686800" cy="177149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一小时</a:t>
            </a:r>
          </a:p>
          <a:p>
            <a:pPr algn="l">
              <a:lnSpc>
                <a:spcPts val="661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24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写完一周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40377"/>
            <a:ext cx="8686800" cy="5486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31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FFD166"/>
                </a:solidFill>
                <a:latin typeface="PingFang SC"/>
                <a:ea typeface="PingFang SC"/>
                <a:cs typeface="PingFang SC"/>
              </a:rPr>
              <a:t>素材 ｜ 档案 ｜ 提示词 ｜ 一鱼多吃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平时：每天 5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随手拍，随口记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4630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30552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4320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新到的货、细节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0983" y="1691640"/>
            <a:ext cx="2478023" cy="14630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5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5" y="2130552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5" y="274320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接待、打包、上门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6167" y="1691640"/>
            <a:ext cx="2478023" cy="146304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59" y="187452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130552"/>
            <a:ext cx="91440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43200"/>
            <a:ext cx="2203703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小事、客户的一句话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337560"/>
            <a:ext cx="7708392" cy="1383791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337560"/>
            <a:ext cx="64008" cy="1383791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02152"/>
            <a:ext cx="7251192" cy="77114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不是没东西发，</a:t>
            </a:r>
          </a:p>
          <a:p>
            <a:pPr algn="l">
              <a:lnSpc>
                <a:spcPts val="285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是你看见了没拍，听见了没记。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64152"/>
            <a:ext cx="725119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建一个“朋友圈素材”相册，每天至少拍 3 张；客户的好问题马上语音记下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AI 为什么总有 AI 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先让 AI 知道你是谁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7708392" cy="1463040"/>
          </a:xfrm>
          <a:prstGeom prst="roundRect">
            <a:avLst>
              <a:gd name="adj" fmla="val 5000"/>
            </a:avLst>
          </a:prstGeom>
          <a:solidFill>
            <a:srgbClr val="ECE7D8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874519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它 不 知 道 你 是 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194560"/>
            <a:ext cx="7132320" cy="9144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AI 写出来有 AI 味，</a:t>
            </a:r>
          </a:p>
          <a:p>
            <a:pPr algn="l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是因为它不知道你是谁。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383280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先喂给它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657600"/>
            <a:ext cx="859155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4069080"/>
            <a:ext cx="859155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3749138"/>
            <a:ext cx="859155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我的店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72971" y="3657600"/>
            <a:ext cx="1041908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2971" y="4069080"/>
            <a:ext cx="1041908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419" y="3749138"/>
            <a:ext cx="1041908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我的客户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2039" y="3657600"/>
            <a:ext cx="1407414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52039" y="4069080"/>
            <a:ext cx="1407414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7487" y="3749138"/>
            <a:ext cx="1407414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我的说话风格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6613" y="3657600"/>
            <a:ext cx="2460071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6613" y="4069080"/>
            <a:ext cx="2460071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2061" y="3749138"/>
            <a:ext cx="2460071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3–5 条我自己写的朋友圈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288536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这就是 07-01 的三库：素材库、风格库、规则库。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周日晚上：60 分钟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一小时批量生产流程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73936"/>
            <a:ext cx="1453895" cy="128016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73936"/>
            <a:ext cx="14538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1271016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① 选素材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76856"/>
            <a:ext cx="82296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5033" y="2560320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分钟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9424" y="1773936"/>
            <a:ext cx="1453895" cy="128016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9424" y="1773936"/>
            <a:ext cx="14538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6584" y="1956816"/>
            <a:ext cx="1271016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② AI 出初稿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6584" y="2276856"/>
            <a:ext cx="82296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8657" y="2560320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分钟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13048" y="1773936"/>
            <a:ext cx="1453895" cy="128016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3048" y="1773936"/>
            <a:ext cx="1453895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0208" y="1956816"/>
            <a:ext cx="1271016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③ 过嘴改稿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276856"/>
            <a:ext cx="82296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2281" y="2560320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分钟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76672" y="1773936"/>
            <a:ext cx="1453895" cy="128016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76672" y="1773936"/>
            <a:ext cx="14538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13832" y="1956816"/>
            <a:ext cx="1271016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④ 配图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832" y="2276856"/>
            <a:ext cx="82296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5905" y="2560320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0296" y="1773936"/>
            <a:ext cx="1453895" cy="128016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0296" y="1773936"/>
            <a:ext cx="145389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7456" y="1956816"/>
            <a:ext cx="1271016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⑤ 排期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2276856"/>
            <a:ext cx="822960" cy="6400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63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19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29529" y="2560320"/>
            <a:ext cx="54864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3282696"/>
            <a:ext cx="7708392" cy="63627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过嘴改稿：每条读出声，改成自己的话，删掉 AI 味和商家味（05-13、07-01）。</a:t>
            </a:r>
          </a:p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排期：WorkBuddy 每天上午 10 点把当天这条推到微信，再手动发（03-24）。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复制就能用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一次出 7 条的提示词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406908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47472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【我的档案】+【本周素材】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429000" cy="3566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你是一家二手奢侈品店的老板，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帮我写下周 7 条朋友圈。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我的店：[城市]，主营 [回收/寄卖]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我的客户：[ ]；说话风格：[ 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参考我写过的：[粘贴 3–5 条]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周一 上新：[款式、成色、配件]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周二 科普：[客户问过的问题]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周三 现场：[本周一单的经过]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周四 日记：[栏目名、期数、片段]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周五 竞猜：[一只货 + 真实行情]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周六 故事：[客户原话 + 背景]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周日 观点：[一个想法 + 小故事]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691640"/>
            <a:ext cx="3776472" cy="406908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828800"/>
            <a:ext cx="347472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【要求】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148840"/>
            <a:ext cx="3429000" cy="3566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1. 每条 80–150 字，首句 15 字内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2. 分短段落，加 1–2 个表情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3. 只有周一、周三带货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4. 不用绝对化用语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5. 不写“鉴定”，不留联系方式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6. 不编客户、故事和数字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7. 每条配一句配图建议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8. 再写一句评论区补充</a:t>
            </a:r>
          </a:p>
          <a:p>
            <a:pPr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素材不够，先问我，再写。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5852160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完整版在教案模板 4，课后发群里。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朋友圈先替你试水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一鱼多吃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7708392" cy="914400"/>
          </a:xfrm>
          <a:prstGeom prst="roundRect">
            <a:avLst>
              <a:gd name="adj" fmla="val 6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64008" cy="9144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544" y="1920240"/>
            <a:ext cx="118719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" y="2331720"/>
            <a:ext cx="118719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17585"/>
            <a:ext cx="118719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一条朋友圈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2180" y="2017585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9924" y="1920240"/>
            <a:ext cx="153771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39924" y="2331720"/>
            <a:ext cx="153771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5372" y="2017585"/>
            <a:ext cx="153771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评论多、私聊多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017585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1920240"/>
            <a:ext cx="1495653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2331720"/>
            <a:ext cx="1495653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2017585"/>
            <a:ext cx="149565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AI 改成口播稿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3917" y="2017585"/>
            <a:ext cx="2743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922B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1661" y="1920240"/>
            <a:ext cx="1187196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1661" y="2331720"/>
            <a:ext cx="1187196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109" y="2017585"/>
            <a:ext cx="118719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139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拍成短视频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834640"/>
            <a:ext cx="7708392" cy="734567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834640"/>
            <a:ext cx="64008" cy="734567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999232"/>
            <a:ext cx="7251192" cy="451103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试出来的好题再拍视频，不容易白拍。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706368"/>
            <a:ext cx="7708392" cy="30556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口播稿要过嘴改稿（05-13），拍好抖音、视频号都能发。参考：群响 Toby 的“一鱼多吃”。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现在动手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我先写，你再写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85615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3785615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92808"/>
            <a:ext cx="351129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我演示 · 13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419856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用我店这周的真实素材，15 分钟内出 7 条初稿，挑一条现场改。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08576" y="1691640"/>
            <a:ext cx="3785615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08576" y="1691640"/>
            <a:ext cx="3785615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892808"/>
            <a:ext cx="3511296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你来写 · 8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331720"/>
            <a:ext cx="3419856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用提示词只填周一、周二、周日三格，改完发到群里。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566160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点评只看 5 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3858768"/>
            <a:ext cx="1772920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4270248"/>
            <a:ext cx="1772920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3950306"/>
            <a:ext cx="17729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第一句有没有钩子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6736" y="3858768"/>
            <a:ext cx="1487825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86736" y="4270248"/>
            <a:ext cx="1487825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2184" y="3950306"/>
            <a:ext cx="1487825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334 跑没跑偏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11721" y="3858768"/>
            <a:ext cx="1436654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11721" y="4270248"/>
            <a:ext cx="1436654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7169" y="3950306"/>
            <a:ext cx="1436654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有没有 AI 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85535" y="3858768"/>
            <a:ext cx="1407414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85535" y="4270248"/>
            <a:ext cx="1407414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0983" y="3950306"/>
            <a:ext cx="1407414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有没有商家味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4416552"/>
            <a:ext cx="1772920" cy="4480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" y="4828032"/>
            <a:ext cx="1772920" cy="27432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4508090"/>
            <a:ext cx="177292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第一张图有没有你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发之前，过一遍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发布前检查清单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776472" cy="301752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第一句 15 字以内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日常 120 字左右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一周带货不超过 2 条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带货那条，第一张图有你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没有绝对化用语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691640"/>
            <a:ext cx="3776472" cy="301752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874519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没写“鉴定”和联系方式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商品图实拍，瑕疵没修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客户信息打码，问过客户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可见范围选对了分组</a:t>
            </a:r>
          </a:p>
          <a:p>
            <a:pPr algn="l">
              <a:lnSpc>
                <a:spcPts val="294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☐ 发完在评论区补了一句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这几条不能碰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红线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682495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173736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商品图必须实拍：不用 AI 图、网图，不修瑕疵、不改颜色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57984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167127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221991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不碰高仿：不发，也不暗示“高仿”“A 货”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42616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651760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706624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客户隐私：照片、截图、打款记录全部打码，先征得同意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127248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3136392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191256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用语：不用绝对化用语，不承诺“保值”“稳赚”，不写“鉴定”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11880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621024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675888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不造假：不拿别人的货和成交充自己的，不暗示和品牌、名人合作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96512"/>
            <a:ext cx="7708392" cy="9144"/>
          </a:xfrm>
          <a:prstGeom prst="rect">
            <a:avLst/>
          </a:prstGeom>
          <a:solidFill>
            <a:srgbClr val="E2DF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105656"/>
            <a:ext cx="850392" cy="411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08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6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2728" y="4160520"/>
            <a:ext cx="7141464" cy="364617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511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不贬低同行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今晚就开始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61280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作业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2478023" cy="45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8745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起步店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13432"/>
            <a:ext cx="2185415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今天改好门面六件套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周日写完下周 7 条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③ 周五做一次竞猜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3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00983" y="1691640"/>
            <a:ext cx="2478023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5575" y="18745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成熟店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5" y="2313432"/>
            <a:ext cx="2185415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拍、写、改，分给员工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提示词存进 AI 文件夹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③ 四周后带数据复盘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6167" y="1691640"/>
            <a:ext cx="2478023" cy="1600200"/>
          </a:xfrm>
          <a:prstGeom prst="roundRect">
            <a:avLst>
              <a:gd name="adj" fmla="val 3000"/>
            </a:avLst>
          </a:prstGeom>
          <a:solidFill>
            <a:srgbClr val="F3F0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6167" y="1691640"/>
            <a:ext cx="2478023" cy="4572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59" y="1874520"/>
            <a:ext cx="2203703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7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所有人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313432"/>
            <a:ext cx="2185415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① 建好“朋友圈素材”相册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② 每天至少拍 3 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520440"/>
            <a:ext cx="7708392" cy="34099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下周三 10/14：节后第一课 · 2026 二奢行业复盘 + Q4 到春节作战地图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521207"/>
            <a:ext cx="73152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1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最后一句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7982712" cy="113416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朋友圈不是广告位</a:t>
            </a:r>
          </a:p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79" b="1" i="0">
                <a:solidFill>
                  <a:srgbClr val="1A1A1A"/>
                </a:solidFill>
                <a:latin typeface="PingFang SC"/>
                <a:ea typeface="PingFang SC"/>
                <a:cs typeface="PingFang SC"/>
              </a:rPr>
              <a:t>是老客每天路过的橱窗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40280"/>
            <a:ext cx="7708392" cy="2011680"/>
          </a:xfrm>
          <a:prstGeom prst="rect">
            <a:avLst/>
          </a:prstGeom>
          <a:solidFill>
            <a:srgbClr val="FFF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240280"/>
            <a:ext cx="64008" cy="20116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450592"/>
            <a:ext cx="685800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先把门面装修好，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再天天换一点新东西。</a:t>
            </a:r>
          </a:p>
          <a:p>
            <a:pPr algn="l">
              <a:lnSpc>
                <a:spcPts val="3864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i="0">
                <a:solidFill>
                  <a:srgbClr val="3A2D00"/>
                </a:solidFill>
                <a:latin typeface="PingFang SC"/>
                <a:ea typeface="PingFang SC"/>
                <a:cs typeface="PingFang SC"/>
              </a:rPr>
              <a:t>一周 7 条，周日一小时写完。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526280"/>
            <a:ext cx="5486400" cy="36576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2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39" b="0" i="0">
                <a:solidFill>
                  <a:srgbClr val="6B6B6B"/>
                </a:solidFill>
                <a:latin typeface="PingFang SC"/>
                <a:ea typeface="PingFang SC"/>
                <a:cs typeface="PingFang SC"/>
              </a:rPr>
              <a:t>—— 一周一课 · 2026.10.07 · 闫亚老师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你不是短视频拿不到客资，你是卡在一个圈里出不来</dc:title>
  <dc:subject/>
  <dc:creator>闫亚</dc:creator>
  <cp:keywords/>
  <dc:description>一周一课 · 2026.09.02 · 可编辑版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